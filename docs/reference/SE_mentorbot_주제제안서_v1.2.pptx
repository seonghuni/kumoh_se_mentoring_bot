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88CA6-59EC-4E22-AF3B-6B07DE46B77D}" v="16" dt="2026-07-09T10:33:37.224"/>
    <p1510:client id="{CDD2D6BE-EA14-4D40-9CE9-45EF8DC96098}" v="6" dt="2026-07-10T06:05:34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om TaeWon" userId="977696ba6fb42b8c" providerId="LiveId" clId="{75DD894A-4F48-4D6E-8644-9765BDC717B3}"/>
    <pc:docChg chg="undo custSel delSld modSld">
      <pc:chgData name="Eom TaeWon" userId="977696ba6fb42b8c" providerId="LiveId" clId="{75DD894A-4F48-4D6E-8644-9765BDC717B3}" dt="2026-07-10T01:10:59.273" v="588" actId="1076"/>
      <pc:docMkLst>
        <pc:docMk/>
      </pc:docMkLst>
      <pc:sldChg chg="modSp mod">
        <pc:chgData name="Eom TaeWon" userId="977696ba6fb42b8c" providerId="LiveId" clId="{75DD894A-4F48-4D6E-8644-9765BDC717B3}" dt="2026-07-09T09:50:50.317" v="33" actId="6549"/>
        <pc:sldMkLst>
          <pc:docMk/>
          <pc:sldMk cId="0" sldId="256"/>
        </pc:sldMkLst>
        <pc:spChg chg="mod">
          <ac:chgData name="Eom TaeWon" userId="977696ba6fb42b8c" providerId="LiveId" clId="{75DD894A-4F48-4D6E-8644-9765BDC717B3}" dt="2026-07-09T09:50:50.317" v="33" actId="6549"/>
          <ac:spMkLst>
            <pc:docMk/>
            <pc:sldMk cId="0" sldId="256"/>
            <ac:spMk id="8" creationId="{00000000-0000-0000-0000-000000000000}"/>
          </ac:spMkLst>
        </pc:spChg>
      </pc:sldChg>
      <pc:sldChg chg="delSp mod">
        <pc:chgData name="Eom TaeWon" userId="977696ba6fb42b8c" providerId="LiveId" clId="{75DD894A-4F48-4D6E-8644-9765BDC717B3}" dt="2026-07-09T09:49:48.133" v="3" actId="478"/>
        <pc:sldMkLst>
          <pc:docMk/>
          <pc:sldMk cId="0" sldId="257"/>
        </pc:sldMkLst>
        <pc:spChg chg="del">
          <ac:chgData name="Eom TaeWon" userId="977696ba6fb42b8c" providerId="LiveId" clId="{75DD894A-4F48-4D6E-8644-9765BDC717B3}" dt="2026-07-09T09:49:40.030" v="0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Eom TaeWon" userId="977696ba6fb42b8c" providerId="LiveId" clId="{75DD894A-4F48-4D6E-8644-9765BDC717B3}" dt="2026-07-09T09:49:43.804" v="1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Eom TaeWon" userId="977696ba6fb42b8c" providerId="LiveId" clId="{75DD894A-4F48-4D6E-8644-9765BDC717B3}" dt="2026-07-09T09:49:48.133" v="3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Eom TaeWon" userId="977696ba6fb42b8c" providerId="LiveId" clId="{75DD894A-4F48-4D6E-8644-9765BDC717B3}" dt="2026-07-09T09:49:46.828" v="2" actId="478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 mod">
        <pc:chgData name="Eom TaeWon" userId="977696ba6fb42b8c" providerId="LiveId" clId="{75DD894A-4F48-4D6E-8644-9765BDC717B3}" dt="2026-07-09T10:15:12.715" v="326" actId="20577"/>
        <pc:sldMkLst>
          <pc:docMk/>
          <pc:sldMk cId="0" sldId="258"/>
        </pc:sldMkLst>
        <pc:spChg chg="del">
          <ac:chgData name="Eom TaeWon" userId="977696ba6fb42b8c" providerId="LiveId" clId="{75DD894A-4F48-4D6E-8644-9765BDC717B3}" dt="2026-07-09T10:04:08.379" v="48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6" creationId="{EB0F1978-9C90-758B-407E-1676A192743C}"/>
          </ac:spMkLst>
        </pc:spChg>
        <pc:spChg chg="add del 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8" creationId="{978D296F-2925-1A34-52F5-50651B812C1C}"/>
          </ac:spMkLst>
        </pc:spChg>
        <pc:spChg chg="add del">
          <ac:chgData name="Eom TaeWon" userId="977696ba6fb42b8c" providerId="LiveId" clId="{75DD894A-4F48-4D6E-8644-9765BDC717B3}" dt="2026-07-09T10:12:53.780" v="290" actId="22"/>
          <ac:spMkLst>
            <pc:docMk/>
            <pc:sldMk cId="0" sldId="258"/>
            <ac:spMk id="10" creationId="{B244AACB-B1E3-05C5-9FE4-8699046CD3FE}"/>
          </ac:spMkLst>
        </pc:spChg>
        <pc:spChg chg="add mod">
          <ac:chgData name="Eom TaeWon" userId="977696ba6fb42b8c" providerId="LiveId" clId="{75DD894A-4F48-4D6E-8644-9765BDC717B3}" dt="2026-07-09T10:15:09.471" v="324" actId="14100"/>
          <ac:spMkLst>
            <pc:docMk/>
            <pc:sldMk cId="0" sldId="258"/>
            <ac:spMk id="12" creationId="{46FE12E0-39AB-7301-6CE1-AC02F7E69456}"/>
          </ac:spMkLst>
        </pc:spChg>
        <pc:spChg chg="add mod">
          <ac:chgData name="Eom TaeWon" userId="977696ba6fb42b8c" providerId="LiveId" clId="{75DD894A-4F48-4D6E-8644-9765BDC717B3}" dt="2026-07-09T10:15:12.715" v="326" actId="20577"/>
          <ac:spMkLst>
            <pc:docMk/>
            <pc:sldMk cId="0" sldId="258"/>
            <ac:spMk id="14" creationId="{22987390-F5EA-425D-2B75-1A8C1E59455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1:45.372" v="285" actId="20577"/>
          <ac:spMkLst>
            <pc:docMk/>
            <pc:sldMk cId="0" sldId="258"/>
            <ac:spMk id="19" creationId="{00000000-0000-0000-0000-000000000000}"/>
          </ac:spMkLst>
        </pc:spChg>
        <pc:spChg chg="add mod">
          <ac:chgData name="Eom TaeWon" userId="977696ba6fb42b8c" providerId="LiveId" clId="{75DD894A-4F48-4D6E-8644-9765BDC717B3}" dt="2026-07-09T10:13:52.435" v="307" actId="20577"/>
          <ac:spMkLst>
            <pc:docMk/>
            <pc:sldMk cId="0" sldId="258"/>
            <ac:spMk id="20" creationId="{F40DD05C-3E9A-5BC3-2BC4-258C35D4593C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04:29.646" v="51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31" creationId="{00000000-0000-0000-0000-000000000000}"/>
          </ac:spMkLst>
        </pc:spChg>
        <pc:spChg chg="del mod">
          <ac:chgData name="Eom TaeWon" userId="977696ba6fb42b8c" providerId="LiveId" clId="{75DD894A-4F48-4D6E-8644-9765BDC717B3}" dt="2026-07-09T10:04:47.824" v="81" actId="478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2:47.413" v="287" actId="1076"/>
          <ac:spMkLst>
            <pc:docMk/>
            <pc:sldMk cId="0" sldId="258"/>
            <ac:spMk id="34" creationId="{00000000-0000-0000-0000-000000000000}"/>
          </ac:spMkLst>
        </pc:spChg>
        <pc:picChg chg="mod">
          <ac:chgData name="Eom TaeWon" userId="977696ba6fb42b8c" providerId="LiveId" clId="{75DD894A-4F48-4D6E-8644-9765BDC717B3}" dt="2026-07-09T10:04:25.664" v="50" actId="1076"/>
          <ac:picMkLst>
            <pc:docMk/>
            <pc:sldMk cId="0" sldId="258"/>
            <ac:picMk id="17" creationId="{00000000-0000-0000-0000-000000000000}"/>
          </ac:picMkLst>
        </pc:picChg>
        <pc:picChg chg="mod">
          <ac:chgData name="Eom TaeWon" userId="977696ba6fb42b8c" providerId="LiveId" clId="{75DD894A-4F48-4D6E-8644-9765BDC717B3}" dt="2026-07-09T10:04:29.646" v="51" actId="1076"/>
          <ac:picMkLst>
            <pc:docMk/>
            <pc:sldMk cId="0" sldId="258"/>
            <ac:picMk id="32" creationId="{00000000-0000-0000-0000-000000000000}"/>
          </ac:picMkLst>
        </pc:picChg>
      </pc:sldChg>
      <pc:sldChg chg="addSp delSp modSp mod">
        <pc:chgData name="Eom TaeWon" userId="977696ba6fb42b8c" providerId="LiveId" clId="{75DD894A-4F48-4D6E-8644-9765BDC717B3}" dt="2026-07-09T10:34:44.810" v="565" actId="20577"/>
        <pc:sldMkLst>
          <pc:docMk/>
          <pc:sldMk cId="0" sldId="260"/>
        </pc:sldMkLst>
        <pc:spChg chg="add del">
          <ac:chgData name="Eom TaeWon" userId="977696ba6fb42b8c" providerId="LiveId" clId="{75DD894A-4F48-4D6E-8644-9765BDC717B3}" dt="2026-07-09T10:15:53.728" v="329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16:03.621" v="330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4:44.810" v="565" actId="20577"/>
          <ac:spMkLst>
            <pc:docMk/>
            <pc:sldMk cId="0" sldId="260"/>
            <ac:spMk id="30" creationId="{00000000-0000-0000-0000-000000000000}"/>
          </ac:spMkLst>
        </pc:spChg>
      </pc:sldChg>
      <pc:sldChg chg="delSp modSp mod">
        <pc:chgData name="Eom TaeWon" userId="977696ba6fb42b8c" providerId="LiveId" clId="{75DD894A-4F48-4D6E-8644-9765BDC717B3}" dt="2026-07-09T10:34:49.883" v="567" actId="20577"/>
        <pc:sldMkLst>
          <pc:docMk/>
          <pc:sldMk cId="0" sldId="261"/>
        </pc:sldMkLst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10" creationId="{00000000-0000-0000-0000-000000000000}"/>
          </ac:spMkLst>
        </pc:spChg>
        <pc:spChg chg="del">
          <ac:chgData name="Eom TaeWon" userId="977696ba6fb42b8c" providerId="LiveId" clId="{75DD894A-4F48-4D6E-8644-9765BDC717B3}" dt="2026-07-09T09:57:26.382" v="41" actId="4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41.570" v="45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15" creationId="{00000000-0000-0000-0000-000000000000}"/>
          </ac:spMkLst>
        </pc:spChg>
        <pc:spChg chg="del">
          <ac:chgData name="Eom TaeWon" userId="977696ba6fb42b8c" providerId="LiveId" clId="{75DD894A-4F48-4D6E-8644-9765BDC717B3}" dt="2026-07-09T09:57:27.861" v="42" actId="478"/>
          <ac:spMkLst>
            <pc:docMk/>
            <pc:sldMk cId="0" sldId="261"/>
            <ac:spMk id="18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Eom TaeWon" userId="977696ba6fb42b8c" providerId="LiveId" clId="{75DD894A-4F48-4D6E-8644-9765BDC717B3}" dt="2026-07-09T09:57:50.511" v="47" actId="1076"/>
          <ac:spMkLst>
            <pc:docMk/>
            <pc:sldMk cId="0" sldId="261"/>
            <ac:spMk id="24" creationId="{00000000-0000-0000-0000-000000000000}"/>
          </ac:spMkLst>
        </pc:spChg>
        <pc:spChg chg="del">
          <ac:chgData name="Eom TaeWon" userId="977696ba6fb42b8c" providerId="LiveId" clId="{75DD894A-4F48-4D6E-8644-9765BDC717B3}" dt="2026-07-09T09:57:29.214" v="43" actId="478"/>
          <ac:spMkLst>
            <pc:docMk/>
            <pc:sldMk cId="0" sldId="261"/>
            <ac:spMk id="2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4:49.883" v="567" actId="20577"/>
          <ac:spMkLst>
            <pc:docMk/>
            <pc:sldMk cId="0" sldId="261"/>
            <ac:spMk id="26" creationId="{00000000-0000-0000-0000-000000000000}"/>
          </ac:spMkLst>
        </pc:spChg>
      </pc:sldChg>
      <pc:sldChg chg="delSp modSp mod">
        <pc:chgData name="Eom TaeWon" userId="977696ba6fb42b8c" providerId="LiveId" clId="{75DD894A-4F48-4D6E-8644-9765BDC717B3}" dt="2026-07-09T10:34:55.065" v="569" actId="20577"/>
        <pc:sldMkLst>
          <pc:docMk/>
          <pc:sldMk cId="0" sldId="262"/>
        </pc:sldMkLst>
        <pc:spChg chg="del">
          <ac:chgData name="Eom TaeWon" userId="977696ba6fb42b8c" providerId="LiveId" clId="{75DD894A-4F48-4D6E-8644-9765BDC717B3}" dt="2026-07-09T10:17:41.083" v="331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Eom TaeWon" userId="977696ba6fb42b8c" providerId="LiveId" clId="{75DD894A-4F48-4D6E-8644-9765BDC717B3}" dt="2026-07-09T10:17:41.083" v="331" actId="478"/>
          <ac:spMkLst>
            <pc:docMk/>
            <pc:sldMk cId="0" sldId="262"/>
            <ac:spMk id="27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4:55.065" v="569" actId="20577"/>
          <ac:spMkLst>
            <pc:docMk/>
            <pc:sldMk cId="0" sldId="262"/>
            <ac:spMk id="28" creationId="{00000000-0000-0000-0000-000000000000}"/>
          </ac:spMkLst>
        </pc:spChg>
        <pc:picChg chg="del">
          <ac:chgData name="Eom TaeWon" userId="977696ba6fb42b8c" providerId="LiveId" clId="{75DD894A-4F48-4D6E-8644-9765BDC717B3}" dt="2026-07-09T10:17:41.083" v="331" actId="478"/>
          <ac:picMkLst>
            <pc:docMk/>
            <pc:sldMk cId="0" sldId="262"/>
            <ac:picMk id="26" creationId="{00000000-0000-0000-0000-000000000000}"/>
          </ac:picMkLst>
        </pc:picChg>
      </pc:sldChg>
      <pc:sldChg chg="modSp mod">
        <pc:chgData name="Eom TaeWon" userId="977696ba6fb42b8c" providerId="LiveId" clId="{75DD894A-4F48-4D6E-8644-9765BDC717B3}" dt="2026-07-10T01:02:04.414" v="585" actId="1076"/>
        <pc:sldMkLst>
          <pc:docMk/>
          <pc:sldMk cId="0" sldId="263"/>
        </pc:sldMkLst>
        <pc:spChg chg="mod">
          <ac:chgData name="Eom TaeWon" userId="977696ba6fb42b8c" providerId="LiveId" clId="{75DD894A-4F48-4D6E-8644-9765BDC717B3}" dt="2026-07-10T01:02:04.414" v="585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4:58.992" v="571" actId="20577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Eom TaeWon" userId="977696ba6fb42b8c" providerId="LiveId" clId="{75DD894A-4F48-4D6E-8644-9765BDC717B3}" dt="2026-07-09T10:35:03.059" v="573" actId="20577"/>
        <pc:sldMkLst>
          <pc:docMk/>
          <pc:sldMk cId="0" sldId="264"/>
        </pc:sldMkLst>
        <pc:spChg chg="mod">
          <ac:chgData name="Eom TaeWon" userId="977696ba6fb42b8c" providerId="LiveId" clId="{75DD894A-4F48-4D6E-8644-9765BDC717B3}" dt="2026-07-09T10:35:03.059" v="573" actId="20577"/>
          <ac:spMkLst>
            <pc:docMk/>
            <pc:sldMk cId="0" sldId="264"/>
            <ac:spMk id="52" creationId="{00000000-0000-0000-0000-000000000000}"/>
          </ac:spMkLst>
        </pc:spChg>
      </pc:sldChg>
      <pc:sldChg chg="modSp mod">
        <pc:chgData name="Eom TaeWon" userId="977696ba6fb42b8c" providerId="LiveId" clId="{75DD894A-4F48-4D6E-8644-9765BDC717B3}" dt="2026-07-10T01:05:43.466" v="586" actId="1076"/>
        <pc:sldMkLst>
          <pc:docMk/>
          <pc:sldMk cId="0" sldId="265"/>
        </pc:sldMkLst>
        <pc:spChg chg="mod">
          <ac:chgData name="Eom TaeWon" userId="977696ba6fb42b8c" providerId="LiveId" clId="{75DD894A-4F48-4D6E-8644-9765BDC717B3}" dt="2026-07-10T01:05:43.466" v="586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5:08.422" v="577" actId="20577"/>
          <ac:spMkLst>
            <pc:docMk/>
            <pc:sldMk cId="0" sldId="265"/>
            <ac:spMk id="52" creationId="{00000000-0000-0000-0000-000000000000}"/>
          </ac:spMkLst>
        </pc:spChg>
      </pc:sldChg>
      <pc:sldChg chg="modSp mod modNotesTx">
        <pc:chgData name="Eom TaeWon" userId="977696ba6fb42b8c" providerId="LiveId" clId="{75DD894A-4F48-4D6E-8644-9765BDC717B3}" dt="2026-07-09T10:35:12.021" v="579" actId="20577"/>
        <pc:sldMkLst>
          <pc:docMk/>
          <pc:sldMk cId="0" sldId="266"/>
        </pc:sldMkLst>
        <pc:spChg chg="mod">
          <ac:chgData name="Eom TaeWon" userId="977696ba6fb42b8c" providerId="LiveId" clId="{75DD894A-4F48-4D6E-8644-9765BDC717B3}" dt="2026-07-09T10:31:16.530" v="520" actId="13926"/>
          <ac:spMkLst>
            <pc:docMk/>
            <pc:sldMk cId="0" sldId="266"/>
            <ac:spMk id="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1:20.591" v="521" actId="1392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1:24.383" v="522" actId="1392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1:27.833" v="523" actId="1392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3:48.275" v="562" actId="1392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2:18.096" v="551" actId="20577"/>
          <ac:spMkLst>
            <pc:docMk/>
            <pc:sldMk cId="0" sldId="266"/>
            <ac:spMk id="3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1:33.130" v="524" actId="1392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5:12.021" v="579" actId="20577"/>
          <ac:spMkLst>
            <pc:docMk/>
            <pc:sldMk cId="0" sldId="266"/>
            <ac:spMk id="45" creationId="{00000000-0000-0000-0000-000000000000}"/>
          </ac:spMkLst>
        </pc:spChg>
      </pc:sldChg>
      <pc:sldChg chg="addSp delSp modSp mod">
        <pc:chgData name="Eom TaeWon" userId="977696ba6fb42b8c" providerId="LiveId" clId="{75DD894A-4F48-4D6E-8644-9765BDC717B3}" dt="2026-07-09T10:35:16.556" v="581" actId="20577"/>
        <pc:sldMkLst>
          <pc:docMk/>
          <pc:sldMk cId="0" sldId="267"/>
        </pc:sldMkLst>
        <pc:spChg chg="del">
          <ac:chgData name="Eom TaeWon" userId="977696ba6fb42b8c" providerId="LiveId" clId="{75DD894A-4F48-4D6E-8644-9765BDC717B3}" dt="2026-07-09T10:33:59.600" v="563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5:03.286" v="418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4:43.435" v="402" actId="1076"/>
          <ac:spMkLst>
            <pc:docMk/>
            <pc:sldMk cId="0" sldId="267"/>
            <ac:spMk id="15" creationId="{00000000-0000-0000-0000-000000000000}"/>
          </ac:spMkLst>
        </pc:spChg>
        <pc:spChg chg="mod ord">
          <ac:chgData name="Eom TaeWon" userId="977696ba6fb42b8c" providerId="LiveId" clId="{75DD894A-4F48-4D6E-8644-9765BDC717B3}" dt="2026-07-09T10:24:41.287" v="401" actId="167"/>
          <ac:spMkLst>
            <pc:docMk/>
            <pc:sldMk cId="0" sldId="267"/>
            <ac:spMk id="1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4:35.368" v="399" actId="1076"/>
          <ac:spMkLst>
            <pc:docMk/>
            <pc:sldMk cId="0" sldId="267"/>
            <ac:spMk id="20" creationId="{00000000-0000-0000-0000-000000000000}"/>
          </ac:spMkLst>
        </pc:spChg>
        <pc:spChg chg="ord">
          <ac:chgData name="Eom TaeWon" userId="977696ba6fb42b8c" providerId="LiveId" clId="{75DD894A-4F48-4D6E-8644-9765BDC717B3}" dt="2026-07-09T10:24:33.208" v="398" actId="16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4:25.745" v="394" actId="1076"/>
          <ac:spMkLst>
            <pc:docMk/>
            <pc:sldMk cId="0" sldId="267"/>
            <ac:spMk id="25" creationId="{00000000-0000-0000-0000-000000000000}"/>
          </ac:spMkLst>
        </pc:spChg>
        <pc:spChg chg="ord">
          <ac:chgData name="Eom TaeWon" userId="977696ba6fb42b8c" providerId="LiveId" clId="{75DD894A-4F48-4D6E-8644-9765BDC717B3}" dt="2026-07-09T10:24:21.789" v="393" actId="16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3:50.325" v="338" actId="21"/>
          <ac:spMkLst>
            <pc:docMk/>
            <pc:sldMk cId="0" sldId="267"/>
            <ac:spMk id="30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3:51.417" v="339"/>
          <ac:spMkLst>
            <pc:docMk/>
            <pc:sldMk cId="0" sldId="267"/>
            <ac:spMk id="35" creationId="{00000000-0000-0000-0000-000000000000}"/>
          </ac:spMkLst>
        </pc:spChg>
        <pc:spChg chg="del">
          <ac:chgData name="Eom TaeWon" userId="977696ba6fb42b8c" providerId="LiveId" clId="{75DD894A-4F48-4D6E-8644-9765BDC717B3}" dt="2026-07-09T10:25:40.957" v="433" actId="478"/>
          <ac:spMkLst>
            <pc:docMk/>
            <pc:sldMk cId="0" sldId="267"/>
            <ac:spMk id="46" creationId="{00000000-0000-0000-0000-000000000000}"/>
          </ac:spMkLst>
        </pc:spChg>
        <pc:spChg chg="del">
          <ac:chgData name="Eom TaeWon" userId="977696ba6fb42b8c" providerId="LiveId" clId="{75DD894A-4F48-4D6E-8644-9765BDC717B3}" dt="2026-07-09T10:25:40.957" v="433" actId="478"/>
          <ac:spMkLst>
            <pc:docMk/>
            <pc:sldMk cId="0" sldId="267"/>
            <ac:spMk id="4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5:16.556" v="581" actId="20577"/>
          <ac:spMkLst>
            <pc:docMk/>
            <pc:sldMk cId="0" sldId="267"/>
            <ac:spMk id="49" creationId="{00000000-0000-0000-0000-000000000000}"/>
          </ac:spMkLst>
        </pc:spChg>
        <pc:spChg chg="add mod">
          <ac:chgData name="Eom TaeWon" userId="977696ba6fb42b8c" providerId="LiveId" clId="{75DD894A-4F48-4D6E-8644-9765BDC717B3}" dt="2026-07-09T10:25:08.015" v="432" actId="20577"/>
          <ac:spMkLst>
            <pc:docMk/>
            <pc:sldMk cId="0" sldId="267"/>
            <ac:spMk id="51" creationId="{636D08B2-E436-4580-8DCD-46DDAE86A5AC}"/>
          </ac:spMkLst>
        </pc:spChg>
        <pc:picChg chg="del">
          <ac:chgData name="Eom TaeWon" userId="977696ba6fb42b8c" providerId="LiveId" clId="{75DD894A-4F48-4D6E-8644-9765BDC717B3}" dt="2026-07-09T10:25:40.957" v="433" actId="478"/>
          <ac:picMkLst>
            <pc:docMk/>
            <pc:sldMk cId="0" sldId="267"/>
            <ac:picMk id="47" creationId="{00000000-0000-0000-0000-000000000000}"/>
          </ac:picMkLst>
        </pc:picChg>
      </pc:sldChg>
      <pc:sldChg chg="modSp mod">
        <pc:chgData name="Eom TaeWon" userId="977696ba6fb42b8c" providerId="LiveId" clId="{75DD894A-4F48-4D6E-8644-9765BDC717B3}" dt="2026-07-10T01:10:59.273" v="588" actId="1076"/>
        <pc:sldMkLst>
          <pc:docMk/>
          <pc:sldMk cId="0" sldId="268"/>
        </pc:sldMkLst>
        <pc:spChg chg="mod">
          <ac:chgData name="Eom TaeWon" userId="977696ba6fb42b8c" providerId="LiveId" clId="{75DD894A-4F48-4D6E-8644-9765BDC717B3}" dt="2026-07-10T01:10:59.273" v="588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5:53.617" v="444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1:21.038" v="333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6:25.439" v="513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Eom TaeWon" userId="977696ba6fb42b8c" providerId="LiveId" clId="{75DD894A-4F48-4D6E-8644-9765BDC717B3}" dt="2026-07-09T10:35:20.136" v="583" actId="20577"/>
          <ac:spMkLst>
            <pc:docMk/>
            <pc:sldMk cId="0" sldId="268"/>
            <ac:spMk id="30" creationId="{00000000-0000-0000-0000-000000000000}"/>
          </ac:spMkLst>
        </pc:spChg>
      </pc:sldChg>
      <pc:sldChg chg="delSp modSp mod">
        <pc:chgData name="Eom TaeWon" userId="977696ba6fb42b8c" providerId="LiveId" clId="{75DD894A-4F48-4D6E-8644-9765BDC717B3}" dt="2026-07-09T10:21:40.914" v="337" actId="1076"/>
        <pc:sldMkLst>
          <pc:docMk/>
          <pc:sldMk cId="0" sldId="270"/>
        </pc:sldMkLst>
        <pc:spChg chg="mod">
          <ac:chgData name="Eom TaeWon" userId="977696ba6fb42b8c" providerId="LiveId" clId="{75DD894A-4F48-4D6E-8644-9765BDC717B3}" dt="2026-07-09T10:21:36.452" v="335" actId="1076"/>
          <ac:spMkLst>
            <pc:docMk/>
            <pc:sldMk cId="0" sldId="270"/>
            <ac:spMk id="4" creationId="{00000000-0000-0000-0000-000000000000}"/>
          </ac:spMkLst>
        </pc:spChg>
        <pc:spChg chg="del">
          <ac:chgData name="Eom TaeWon" userId="977696ba6fb42b8c" providerId="LiveId" clId="{75DD894A-4F48-4D6E-8644-9765BDC717B3}" dt="2026-07-09T10:21:33.961" v="334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1:38.822" v="336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Eom TaeWon" userId="977696ba6fb42b8c" providerId="LiveId" clId="{75DD894A-4F48-4D6E-8644-9765BDC717B3}" dt="2026-07-09T10:21:40.914" v="337" actId="1076"/>
          <ac:spMkLst>
            <pc:docMk/>
            <pc:sldMk cId="0" sldId="270"/>
            <ac:spMk id="7" creationId="{00000000-0000-0000-0000-000000000000}"/>
          </ac:spMkLst>
        </pc:spChg>
      </pc:sldChg>
      <pc:sldChg chg="addSp delSp modSp del mod">
        <pc:chgData name="Eom TaeWon" userId="977696ba6fb42b8c" providerId="LiveId" clId="{75DD894A-4F48-4D6E-8644-9765BDC717B3}" dt="2026-07-09T10:14:40.415" v="323" actId="47"/>
        <pc:sldMkLst>
          <pc:docMk/>
          <pc:sldMk cId="1709826460" sldId="271"/>
        </pc:sldMkLst>
        <pc:spChg chg="mod">
          <ac:chgData name="Eom TaeWon" userId="977696ba6fb42b8c" providerId="LiveId" clId="{75DD894A-4F48-4D6E-8644-9765BDC717B3}" dt="2026-07-09T09:52:09.196" v="39" actId="20577"/>
          <ac:spMkLst>
            <pc:docMk/>
            <pc:sldMk cId="1709826460" sldId="271"/>
            <ac:spMk id="4" creationId="{5C3A22D1-10F8-306E-972A-55AC8EB92F2A}"/>
          </ac:spMkLst>
        </pc:spChg>
        <pc:spChg chg="del mod">
          <ac:chgData name="Eom TaeWon" userId="977696ba6fb42b8c" providerId="LiveId" clId="{75DD894A-4F48-4D6E-8644-9765BDC717B3}" dt="2026-07-09T10:13:02.624" v="292" actId="21"/>
          <ac:spMkLst>
            <pc:docMk/>
            <pc:sldMk cId="1709826460" sldId="271"/>
            <ac:spMk id="6" creationId="{BE2ABD69-D5B2-DE67-92E6-ECFC12B28473}"/>
          </ac:spMkLst>
        </pc:spChg>
        <pc:spChg chg="add del mod">
          <ac:chgData name="Eom TaeWon" userId="977696ba6fb42b8c" providerId="LiveId" clId="{75DD894A-4F48-4D6E-8644-9765BDC717B3}" dt="2026-07-09T10:13:02.624" v="292" actId="21"/>
          <ac:spMkLst>
            <pc:docMk/>
            <pc:sldMk cId="1709826460" sldId="271"/>
            <ac:spMk id="10" creationId="{91AB9461-6BA9-9521-91CB-2DEB6C6F7127}"/>
          </ac:spMkLst>
        </pc:spChg>
      </pc:sldChg>
    </pc:docChg>
  </pc:docChgLst>
  <pc:docChgLst>
    <pc:chgData name="Eom TaeWon" userId="977696ba6fb42b8c" providerId="LiveId" clId="{EAEF71FC-EBAA-44C0-A37C-57EF9CC41263}"/>
    <pc:docChg chg="undo custSel delSld modSld">
      <pc:chgData name="Eom TaeWon" userId="977696ba6fb42b8c" providerId="LiveId" clId="{EAEF71FC-EBAA-44C0-A37C-57EF9CC41263}" dt="2026-07-10T06:05:34.826" v="114" actId="1076"/>
      <pc:docMkLst>
        <pc:docMk/>
      </pc:docMkLst>
      <pc:sldChg chg="delSp modSp mod">
        <pc:chgData name="Eom TaeWon" userId="977696ba6fb42b8c" providerId="LiveId" clId="{EAEF71FC-EBAA-44C0-A37C-57EF9CC41263}" dt="2026-07-08T08:22:25.669" v="108" actId="478"/>
        <pc:sldMkLst>
          <pc:docMk/>
          <pc:sldMk cId="0" sldId="256"/>
        </pc:sldMkLst>
        <pc:spChg chg="mod">
          <ac:chgData name="Eom TaeWon" userId="977696ba6fb42b8c" providerId="LiveId" clId="{EAEF71FC-EBAA-44C0-A37C-57EF9CC41263}" dt="2026-07-08T08:22:16.359" v="107" actId="6549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Eom TaeWon" userId="977696ba6fb42b8c" providerId="LiveId" clId="{EAEF71FC-EBAA-44C0-A37C-57EF9CC41263}" dt="2026-07-10T06:05:34.826" v="114" actId="1076"/>
        <pc:sldMkLst>
          <pc:docMk/>
          <pc:sldMk cId="0" sldId="265"/>
        </pc:sldMkLst>
        <pc:spChg chg="mod">
          <ac:chgData name="Eom TaeWon" userId="977696ba6fb42b8c" providerId="LiveId" clId="{EAEF71FC-EBAA-44C0-A37C-57EF9CC41263}" dt="2026-07-10T06:05:34.826" v="114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Eom TaeWon" userId="977696ba6fb42b8c" providerId="LiveId" clId="{EAEF71FC-EBAA-44C0-A37C-57EF9CC41263}" dt="2026-07-10T06:05:14.696" v="112" actId="1076"/>
          <ac:spMkLst>
            <pc:docMk/>
            <pc:sldMk cId="0" sldId="265"/>
            <ac:spMk id="20" creationId="{00000000-0000-0000-0000-000000000000}"/>
          </ac:spMkLst>
        </pc:spChg>
      </pc:sldChg>
      <pc:sldChg chg="addSp delSp modSp mod">
        <pc:chgData name="Eom TaeWon" userId="977696ba6fb42b8c" providerId="LiveId" clId="{EAEF71FC-EBAA-44C0-A37C-57EF9CC41263}" dt="2026-07-10T05:16:30.414" v="111" actId="478"/>
        <pc:sldMkLst>
          <pc:docMk/>
          <pc:sldMk cId="0" sldId="266"/>
        </pc:sldMkLst>
        <pc:spChg chg="add del">
          <ac:chgData name="Eom TaeWon" userId="977696ba6fb42b8c" providerId="LiveId" clId="{EAEF71FC-EBAA-44C0-A37C-57EF9CC41263}" dt="2026-07-10T05:16:30.414" v="111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8:19.749" v="65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8:09.580" v="63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8:16.168" v="64" actId="20577"/>
          <ac:spMkLst>
            <pc:docMk/>
            <pc:sldMk cId="0" sldId="266"/>
            <ac:spMk id="29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8:43.041" v="90" actId="20577"/>
          <ac:spMkLst>
            <pc:docMk/>
            <pc:sldMk cId="0" sldId="266"/>
            <ac:spMk id="34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8:47.490" v="91" actId="20577"/>
          <ac:spMkLst>
            <pc:docMk/>
            <pc:sldMk cId="0" sldId="266"/>
            <ac:spMk id="39" creationId="{00000000-0000-0000-0000-000000000000}"/>
          </ac:spMkLst>
        </pc:spChg>
        <pc:spChg chg="mod">
          <ac:chgData name="Eom TaeWon" userId="977696ba6fb42b8c" providerId="LiveId" clId="{EAEF71FC-EBAA-44C0-A37C-57EF9CC41263}" dt="2026-07-08T08:19:05.579" v="104" actId="20577"/>
          <ac:spMkLst>
            <pc:docMk/>
            <pc:sldMk cId="0" sldId="266"/>
            <ac:spMk id="44" creationId="{00000000-0000-0000-0000-000000000000}"/>
          </ac:spMkLst>
        </pc:spChg>
      </pc:sldChg>
      <pc:sldChg chg="delSp mod">
        <pc:chgData name="Eom TaeWon" userId="977696ba6fb42b8c" providerId="LiveId" clId="{EAEF71FC-EBAA-44C0-A37C-57EF9CC41263}" dt="2026-07-08T08:22:11.397" v="106" actId="478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6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정보는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채널에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분산되어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있어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찾기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어렵다</a:t>
            </a:r>
            <a:r>
              <a:rPr lang="en-US" altLang="ko-KR" sz="12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err="1"/>
              <a:t>FastAPI</a:t>
            </a:r>
            <a:r>
              <a:rPr lang="en-US" altLang="ko-KR"/>
              <a:t> -  </a:t>
            </a:r>
            <a:r>
              <a:rPr lang="ko-KR" altLang="ko-KR" err="1"/>
              <a:t>Python</a:t>
            </a:r>
            <a:r>
              <a:rPr lang="ko-KR" altLang="ko-KR"/>
              <a:t> 기반이라 RAG, </a:t>
            </a:r>
            <a:r>
              <a:rPr lang="ko-KR" altLang="ko-KR" err="1"/>
              <a:t>크롤링</a:t>
            </a:r>
            <a:r>
              <a:rPr lang="ko-KR" altLang="ko-KR"/>
              <a:t>, AI API 연동이 쉽다. </a:t>
            </a:r>
            <a:r>
              <a:rPr lang="ko-KR" altLang="ko-KR" err="1"/>
              <a:t>Django보다</a:t>
            </a:r>
            <a:r>
              <a:rPr lang="ko-KR" altLang="ko-KR"/>
              <a:t> 가볍고 API 서버를 빠르게 만들 수 있어 사용한다.</a:t>
            </a:r>
            <a:endParaRPr lang="en-US" altLang="ko-KR"/>
          </a:p>
          <a:p>
            <a:r>
              <a:rPr lang="ko-KR" altLang="ko-KR" err="1"/>
              <a:t>PostgreSQL</a:t>
            </a:r>
            <a:r>
              <a:rPr lang="ko-KR" altLang="ko-KR"/>
              <a:t> </a:t>
            </a:r>
            <a:r>
              <a:rPr lang="en-US" altLang="ko-KR"/>
              <a:t>- </a:t>
            </a:r>
            <a:r>
              <a:rPr lang="ko-KR" altLang="ko-KR" b="1" err="1"/>
              <a:t>MySQL보다</a:t>
            </a:r>
            <a:r>
              <a:rPr lang="ko-KR" altLang="ko-KR" b="1"/>
              <a:t> JSON, 검색, 확장 기능 쪽에서 유연해서 RAG 시스템에 더 잘 맞</a:t>
            </a:r>
            <a:r>
              <a:rPr lang="ko-KR" altLang="en-US" b="1"/>
              <a:t>음</a:t>
            </a:r>
            <a:br>
              <a:rPr lang="ko-KR" altLang="ko-KR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3B2FE-8DEA-77A5-137D-A7DE55895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EE9509-CC96-2F33-671B-D6713703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24084-49B0-7385-2EAF-CE0741C2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5DFA2-7854-87B8-B688-A22ED5C7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6EB65-2DBA-DCDD-A0C3-F1EB5E95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4919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9CFFF-0D2F-F1FE-9B8F-B852663D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86343-8E8D-6889-35B8-350CAEFE5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102D54-30F4-DE11-C40F-B0309528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5F60D2-5071-EE04-E5F0-E0C3AB9F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05CDC-F347-F01F-153D-D5D9BEB2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2336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3B371-C579-4CE5-0A68-23C06750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6B00DA-756B-4BA5-1BCA-9D796A2F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9CEC2-9234-9F09-DE73-5916D855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42158-6795-6B3A-D5F6-DDAD53C9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3E2060-54D8-62D9-D3F2-C0E0BD90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4160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EF0C3-A1F4-E886-7A70-054294B9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D8F6A-5538-8962-F2B4-EFE90C8C8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8FECA-C61B-53FD-C34D-2CAFFDC20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8A0D5E-D894-5D4E-75D0-24A2093D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72D7A5-5447-51A9-6F6C-C84D0655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96A505-B301-B559-1E4E-B9CED598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965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DCBB4-90F6-2826-8088-D31DE99F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3784A1-EFFF-C14C-3C61-E9A49881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F568FA-FDFA-19D7-8428-64D7C6EFE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B0859-B21B-3DBF-7A6C-001B48CB9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5D7588-44BA-FE2D-652F-4A852B78F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BA6F1-9851-08D1-EA6E-E10BF90C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21925E-D399-197A-B428-984A059F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0E01D9-9088-A0B0-52D7-0C0ACFBB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5161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ADCA6-04AC-37DD-D82E-9BBB9094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9A431A-8054-6B91-429F-7D157D7C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E84D75-3E5E-2C55-F6FC-051DB597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293CF2-9C2C-AFA6-43B7-880BE6C1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0535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7CEDB6-04BA-9B79-08EB-8378F9EE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DB48AA-34DF-5463-59D0-6B76E137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F881F-758F-C68A-90D3-7E2534BD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0281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EB4FF-F675-13FE-E369-D41B93C5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A66B80-1E8C-788E-1363-2197B429B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3BC045-6DA5-EBCB-82CE-3297A78F1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A3D8EB-C372-24EE-05E6-B7E67BC6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08982C-DB59-4605-5339-96BD16F4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A51CFC-EC02-E863-310B-85C97B29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138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B471C-BB62-340B-A541-916B1C1D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B61D82-4EC5-3FD0-4ABA-AF586DBED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8F7B5-7EDD-7B11-E9DE-7FBC10BB6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03C87F-EF5D-307B-CD14-4B24AC24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8E468E-2FB6-FC1F-3E28-291F2791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84042-2F5F-DFDA-4F53-3B6F03CB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6836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98551-2FB7-F7E4-E20E-C044A515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9BA103-A271-5BC8-4D4C-542A88D47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4DD0F4-D6CA-3F4B-8543-077910F1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586DB-3247-25E5-2D6F-99F24211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2E2E2E-1097-B1CC-051F-D8958112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852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0EA575-CDB7-D55A-3D28-9EAFFAB6E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02226C-797F-5B48-AD52-B4169552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585AF-834A-5A7A-4796-EE1F5691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521FBF-6790-2BCF-D2DA-67E73CAB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21903-0210-6804-884A-B634C8E9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7379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09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E220A1-5535-2CE6-FF5A-0418BB3F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664968-DAAF-1D07-BF65-5875D2BE8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C3536-3750-A618-035B-9A19BDEDD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97229-7148-4500-A0BA-99348AB24CC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324C7D-BC3D-6044-7A85-C25C0696A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4189D-32A5-FC1F-5D00-036D9107E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E5E6E-ECDC-4824-982A-A249AE6C69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2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C3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2926080" cy="2926080"/>
          </a:xfrm>
          <a:prstGeom prst="ellipse">
            <a:avLst/>
          </a:prstGeom>
          <a:solidFill>
            <a:srgbClr val="2C3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MENTOR BOT PROJECT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멘토봇</a:t>
            </a:r>
            <a:endParaRPr lang="en-US" sz="600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학과 자료 기반 RAG 진로·학사 멘토링 챗봇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980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130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130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엄태원</a:t>
            </a:r>
            <a:r>
              <a:rPr lang="en-US" altLang="ko-KR" sz="13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3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정서인</a:t>
            </a:r>
            <a:r>
              <a:rPr lang="en-US" altLang="ko-KR" sz="13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3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서성훈</a:t>
            </a:r>
            <a:endParaRPr lang="en-US" altLang="ko-KR" sz="130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순서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1874520" y="19476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추진 배경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874520" y="24048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프로젝트가 필요한가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6520" y="185623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/>
          </a:p>
        </p:txBody>
      </p:sp>
      <p:sp>
        <p:nvSpPr>
          <p:cNvPr id="10" name="Text 8"/>
          <p:cNvSpPr/>
          <p:nvPr/>
        </p:nvSpPr>
        <p:spPr>
          <a:xfrm>
            <a:off x="7406640" y="19476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7406640" y="24048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학과 정보 탐색의 어려움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41071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1874520" y="35021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범위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874520" y="39593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사용자와 제공 기능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46520" y="341071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7406640" y="35021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구성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7406640" y="39593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 아키텍처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" y="496519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/>
          </a:p>
        </p:txBody>
      </p:sp>
      <p:sp>
        <p:nvSpPr>
          <p:cNvPr id="22" name="Text 20"/>
          <p:cNvSpPr/>
          <p:nvPr/>
        </p:nvSpPr>
        <p:spPr>
          <a:xfrm>
            <a:off x="1874520" y="5056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 · 일정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874520" y="5513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 개발 계획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BACKGROUND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추진 배경</a:t>
            </a:r>
            <a:endParaRPr lang="en-US" sz="3200"/>
          </a:p>
        </p:txBody>
      </p:sp>
      <p:sp>
        <p:nvSpPr>
          <p:cNvPr id="15" name="Shape 11"/>
          <p:cNvSpPr/>
          <p:nvPr/>
        </p:nvSpPr>
        <p:spPr>
          <a:xfrm>
            <a:off x="4434840" y="1728216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690872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cl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848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90872" y="2642616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졸업요건 이해 부족</a:t>
            </a:r>
            <a:endParaRPr lang="en-US" sz="1450"/>
          </a:p>
        </p:txBody>
      </p:sp>
      <p:sp>
        <p:nvSpPr>
          <p:cNvPr id="19" name="Text 14"/>
          <p:cNvSpPr/>
          <p:nvPr/>
        </p:nvSpPr>
        <p:spPr>
          <a:xfrm>
            <a:off x="4690872" y="300837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학점·마일리지 등 요건이 복잡하게 </a:t>
            </a:r>
            <a:r>
              <a:rPr lang="en-US" sz="11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흩어져</a:t>
            </a: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있음</a:t>
            </a:r>
            <a:endParaRPr lang="en-US" sz="1150"/>
          </a:p>
        </p:txBody>
      </p:sp>
      <p:sp>
        <p:nvSpPr>
          <p:cNvPr id="25" name="Shape 19"/>
          <p:cNvSpPr/>
          <p:nvPr/>
        </p:nvSpPr>
        <p:spPr>
          <a:xfrm>
            <a:off x="640080" y="1728216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896112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/home/claude/build/icon_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112" y="2642616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공지·게시판 이원화</a:t>
            </a:r>
            <a:endParaRPr lang="en-US" sz="1450"/>
          </a:p>
        </p:txBody>
      </p:sp>
      <p:sp>
        <p:nvSpPr>
          <p:cNvPr id="29" name="Text 22"/>
          <p:cNvSpPr/>
          <p:nvPr/>
        </p:nvSpPr>
        <p:spPr>
          <a:xfrm>
            <a:off x="896112" y="300837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공지와 SE 게시판을 각각 따로 확인해야 함</a:t>
            </a:r>
            <a:endParaRPr lang="en-US" sz="1150"/>
          </a:p>
        </p:txBody>
      </p:sp>
      <p:sp>
        <p:nvSpPr>
          <p:cNvPr id="30" name="Shape 23"/>
          <p:cNvSpPr/>
          <p:nvPr/>
        </p:nvSpPr>
        <p:spPr>
          <a:xfrm>
            <a:off x="8229600" y="1728216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8485632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/home/claude/build/icon_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08483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85632" y="300837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35" name="Text 27"/>
          <p:cNvSpPr/>
          <p:nvPr/>
        </p:nvSpPr>
        <p:spPr>
          <a:xfrm>
            <a:off x="11334641" y="6362591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EB0F1978-9C90-758B-407E-1676A192743C}"/>
              </a:ext>
            </a:extLst>
          </p:cNvPr>
          <p:cNvSpPr/>
          <p:nvPr/>
        </p:nvSpPr>
        <p:spPr>
          <a:xfrm>
            <a:off x="8393667" y="259523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</a:t>
            </a:r>
            <a:r>
              <a:rPr lang="ko-KR" altLang="en-US" sz="14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기술의 학습</a:t>
            </a:r>
            <a:endParaRPr lang="en-US" sz="145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978D296F-2925-1A34-52F5-50651B812C1C}"/>
              </a:ext>
            </a:extLst>
          </p:cNvPr>
          <p:cNvSpPr/>
          <p:nvPr/>
        </p:nvSpPr>
        <p:spPr>
          <a:xfrm>
            <a:off x="8326265" y="300671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150">
                <a:latin typeface="Calibri" panose="020F0502020204030204" pitchFamily="34" charset="0"/>
                <a:cs typeface="Calibri" panose="020F0502020204030204" pitchFamily="34" charset="0"/>
              </a:rPr>
              <a:t>RAG 기술의 원리와 활용 방안을 학습</a:t>
            </a:r>
            <a:r>
              <a:rPr lang="ko-KR" altLang="en-US" sz="1150">
                <a:latin typeface="Calibri" panose="020F0502020204030204" pitchFamily="34" charset="0"/>
                <a:cs typeface="Calibri" panose="020F0502020204030204" pitchFamily="34" charset="0"/>
              </a:rPr>
              <a:t>하고자 하는 공통된 의견</a:t>
            </a:r>
            <a:r>
              <a:rPr lang="ko-KR" altLang="en-US" sz="1150">
                <a:solidFill>
                  <a:srgbClr val="5B6178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endParaRPr lang="en-US" sz="11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46FE12E0-39AB-7301-6CE1-AC02F7E69456}"/>
              </a:ext>
            </a:extLst>
          </p:cNvPr>
          <p:cNvSpPr/>
          <p:nvPr/>
        </p:nvSpPr>
        <p:spPr>
          <a:xfrm>
            <a:off x="3377598" y="4909219"/>
            <a:ext cx="5599973" cy="1198973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987390-F5EA-425D-2B75-1A8C1E594550}"/>
              </a:ext>
            </a:extLst>
          </p:cNvPr>
          <p:cNvSpPr txBox="1"/>
          <p:nvPr/>
        </p:nvSpPr>
        <p:spPr>
          <a:xfrm>
            <a:off x="3610416" y="4979853"/>
            <a:ext cx="5134339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공식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학과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자료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기반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출처를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제공하는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멘토링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챗봇</a:t>
            </a:r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제작</a:t>
            </a:r>
            <a:endParaRPr lang="en-US" altLang="ko-KR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F40DD05C-3E9A-5BC3-2BC4-258C35D4593C}"/>
              </a:ext>
            </a:extLst>
          </p:cNvPr>
          <p:cNvSpPr/>
          <p:nvPr/>
        </p:nvSpPr>
        <p:spPr>
          <a:xfrm>
            <a:off x="5000822" y="3815255"/>
            <a:ext cx="2535095" cy="927165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목적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650492" y="19659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21122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79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학과 홈페이지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1943100" y="2473452"/>
            <a:ext cx="4091940" cy="1120140"/>
          </a:xfrm>
          <a:prstGeom prst="line">
            <a:avLst/>
          </a:prstGeom>
          <a:noFill/>
          <a:ln w="19050">
            <a:solidFill>
              <a:srgbClr val="C7CE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77240" y="414223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650492" y="43434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build/icon_commen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796" y="448970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5056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보드 게시판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 flipV="1">
            <a:off x="1943100" y="3593592"/>
            <a:ext cx="4091940" cy="1257300"/>
          </a:xfrm>
          <a:prstGeom prst="line">
            <a:avLst/>
          </a:prstGeom>
          <a:noFill/>
          <a:ln w="19050">
            <a:solidFill>
              <a:srgbClr val="C7CE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006840" y="2870236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880092" y="307140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tea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396" y="32177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37846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조교님 개별 안내</a:t>
            </a:r>
            <a:endParaRPr lang="en-US" sz="1250"/>
          </a:p>
        </p:txBody>
      </p:sp>
      <p:sp>
        <p:nvSpPr>
          <p:cNvPr id="19" name="Shape 14"/>
          <p:cNvSpPr/>
          <p:nvPr/>
        </p:nvSpPr>
        <p:spPr>
          <a:xfrm flipH="1">
            <a:off x="6035040" y="3593592"/>
            <a:ext cx="3657600" cy="0"/>
          </a:xfrm>
          <a:prstGeom prst="line">
            <a:avLst/>
          </a:prstGeom>
          <a:noFill/>
          <a:ln w="19050">
            <a:solidFill>
              <a:srgbClr val="C7CE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349240" y="2907792"/>
            <a:ext cx="1371600" cy="1371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/home/claude/build/icon_usergra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319272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370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</a:t>
            </a:r>
            <a:endParaRPr lang="en-US" sz="1200"/>
          </a:p>
        </p:txBody>
      </p:sp>
      <p:sp>
        <p:nvSpPr>
          <p:cNvPr id="28" name="Shape 21"/>
          <p:cNvSpPr/>
          <p:nvPr/>
        </p:nvSpPr>
        <p:spPr>
          <a:xfrm>
            <a:off x="3566160" y="5513832"/>
            <a:ext cx="4937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3566160" y="55138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정보를 상황별로 정리해 찾아주는 창구가 없다</a:t>
            </a:r>
            <a:endParaRPr lang="en-US" sz="1250"/>
          </a:p>
        </p:txBody>
      </p:sp>
      <p:sp>
        <p:nvSpPr>
          <p:cNvPr id="30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SCOPE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 사용자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소프트웨어공학과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재학생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격차를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크게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느끼는</a:t>
            </a: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세 </a:t>
            </a:r>
            <a:r>
              <a:rPr lang="en-US" sz="140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3502152" cy="3105807"/>
          </a:xfrm>
          <a:prstGeom prst="roundRect">
            <a:avLst>
              <a:gd name="adj" fmla="val 2597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943100" y="281635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303580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136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1학년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960120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 선택을 고민하는 신입생</a:t>
            </a:r>
            <a:endParaRPr lang="en-US" sz="1250"/>
          </a:p>
        </p:txBody>
      </p:sp>
      <p:sp>
        <p:nvSpPr>
          <p:cNvPr id="10" name="Shape 7"/>
          <p:cNvSpPr/>
          <p:nvPr/>
        </p:nvSpPr>
        <p:spPr>
          <a:xfrm>
            <a:off x="1097280" y="5193792"/>
            <a:ext cx="2606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16552" y="2450592"/>
            <a:ext cx="3520440" cy="3105807"/>
          </a:xfrm>
          <a:prstGeom prst="roundRect">
            <a:avLst>
              <a:gd name="adj" fmla="val 2597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719572" y="281635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home/claude/build/icon_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035808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9136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복학생</a:t>
            </a:r>
            <a:endParaRPr lang="en-US" sz="2000"/>
          </a:p>
        </p:txBody>
      </p:sp>
      <p:sp>
        <p:nvSpPr>
          <p:cNvPr id="16" name="Text 12"/>
          <p:cNvSpPr/>
          <p:nvPr/>
        </p:nvSpPr>
        <p:spPr>
          <a:xfrm>
            <a:off x="4736592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교육과정과 졸업요건을 다시 확인해야 하는 학생</a:t>
            </a:r>
            <a:endParaRPr lang="en-US" sz="1250"/>
          </a:p>
        </p:txBody>
      </p:sp>
      <p:sp>
        <p:nvSpPr>
          <p:cNvPr id="17" name="Shape 13"/>
          <p:cNvSpPr/>
          <p:nvPr/>
        </p:nvSpPr>
        <p:spPr>
          <a:xfrm>
            <a:off x="4873752" y="5193792"/>
            <a:ext cx="2606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193024" y="2450592"/>
            <a:ext cx="3429315" cy="3105807"/>
          </a:xfrm>
          <a:prstGeom prst="roundRect">
            <a:avLst>
              <a:gd name="adj" fmla="val 2597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496044" y="281635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/home/claude/build/icon_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035808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75904" y="39136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편입생</a:t>
            </a:r>
            <a:endParaRPr lang="en-US" sz="2000"/>
          </a:p>
        </p:txBody>
      </p:sp>
      <p:sp>
        <p:nvSpPr>
          <p:cNvPr id="23" name="Text 18"/>
          <p:cNvSpPr/>
          <p:nvPr/>
        </p:nvSpPr>
        <p:spPr>
          <a:xfrm>
            <a:off x="8513064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 인정과 전공 이수 체계를 이해해야 하는 학생</a:t>
            </a:r>
            <a:endParaRPr lang="en-US" sz="1250"/>
          </a:p>
        </p:txBody>
      </p:sp>
      <p:sp>
        <p:nvSpPr>
          <p:cNvPr id="24" name="Shape 19"/>
          <p:cNvSpPr/>
          <p:nvPr/>
        </p:nvSpPr>
        <p:spPr>
          <a:xfrm>
            <a:off x="8650224" y="5193792"/>
            <a:ext cx="2606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SCOPE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제공 기능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공식 문서 기반의 신뢰성 있는 진로·학사 정보 제공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6112" y="25648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7111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585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출처 기반 신뢰 답변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1645920" y="26791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공식 문서를 근거로 신뢰성 있는 답변을 생성한다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6035040" y="20574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91072" y="25648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build/icon_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7111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2585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의도 파악 검색</a:t>
            </a:r>
            <a:endParaRPr lang="en-US" sz="1500"/>
          </a:p>
        </p:txBody>
      </p:sp>
      <p:sp>
        <p:nvSpPr>
          <p:cNvPr id="14" name="Text 10"/>
          <p:cNvSpPr/>
          <p:nvPr/>
        </p:nvSpPr>
        <p:spPr>
          <a:xfrm>
            <a:off x="7040880" y="26791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질문 의도에 맞는 학과 정보를 검색·요약한다</a:t>
            </a:r>
            <a:endParaRPr lang="en-US" sz="115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96112" y="43936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5399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0873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출처 문서 함께 제공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1645920" y="45079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답변에 참고 문서와 출처를 함께 제공한다</a:t>
            </a:r>
            <a:endParaRPr lang="en-US" sz="1150"/>
          </a:p>
        </p:txBody>
      </p:sp>
      <p:sp>
        <p:nvSpPr>
          <p:cNvPr id="20" name="Shape 15"/>
          <p:cNvSpPr/>
          <p:nvPr/>
        </p:nvSpPr>
        <p:spPr>
          <a:xfrm>
            <a:off x="6035040" y="38862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291072" y="43936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/home/claude/build/icon_f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5399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0873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최신 정보 반영</a:t>
            </a:r>
            <a:endParaRPr lang="en-US" sz="1500"/>
          </a:p>
        </p:txBody>
      </p:sp>
      <p:sp>
        <p:nvSpPr>
          <p:cNvPr id="24" name="Text 18"/>
          <p:cNvSpPr/>
          <p:nvPr/>
        </p:nvSpPr>
        <p:spPr>
          <a:xfrm>
            <a:off x="7040880" y="45079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공지와 SE 게시판 데이터로 최신 학과 정보를 반영한다</a:t>
            </a:r>
            <a:endParaRPr lang="en-US" sz="1150"/>
          </a:p>
        </p:txBody>
      </p:sp>
      <p:sp>
        <p:nvSpPr>
          <p:cNvPr id="28" name="Text 2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REQUIREMENTS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요구사항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챗봇이 응답 근거로 활용할 정보 범위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C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22357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cl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637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졸업 요건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3977640" y="2103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 · 마일리지 · 취업진로 상담 및 교육 정보</a:t>
            </a:r>
            <a:endParaRPr lang="en-US" sz="1250"/>
          </a:p>
        </p:txBody>
      </p:sp>
      <p:sp>
        <p:nvSpPr>
          <p:cNvPr id="10" name="Shape 7"/>
          <p:cNvSpPr/>
          <p:nvPr/>
        </p:nvSpPr>
        <p:spPr>
          <a:xfrm>
            <a:off x="640080" y="300837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14400" y="31409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build/icon_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32689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교육과정</a:t>
            </a:r>
            <a:endParaRPr lang="en-US" sz="1500"/>
          </a:p>
        </p:txBody>
      </p:sp>
      <p:sp>
        <p:nvSpPr>
          <p:cNvPr id="14" name="Text 10"/>
          <p:cNvSpPr/>
          <p:nvPr/>
        </p:nvSpPr>
        <p:spPr>
          <a:xfrm>
            <a:off x="3977640" y="300837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학년 · 학기별 수강 과목 안내</a:t>
            </a:r>
            <a:endParaRPr lang="en-US" sz="1250"/>
          </a:p>
        </p:txBody>
      </p:sp>
      <p:sp>
        <p:nvSpPr>
          <p:cNvPr id="15" name="Shape 11"/>
          <p:cNvSpPr/>
          <p:nvPr/>
        </p:nvSpPr>
        <p:spPr>
          <a:xfrm>
            <a:off x="640080" y="391363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C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14400" y="40462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tea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1742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9136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교원 정보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3977640" y="39136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· 조교님 연락 및 안내 정보</a:t>
            </a:r>
            <a:endParaRPr lang="en-US" sz="1250"/>
          </a:p>
        </p:txBody>
      </p:sp>
      <p:sp>
        <p:nvSpPr>
          <p:cNvPr id="20" name="Shape 15"/>
          <p:cNvSpPr/>
          <p:nvPr/>
        </p:nvSpPr>
        <p:spPr>
          <a:xfrm>
            <a:off x="640080" y="481888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914400" y="49514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/home/claude/build/icon_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07949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8188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정보</a:t>
            </a:r>
            <a:endParaRPr lang="en-US" sz="1500"/>
          </a:p>
        </p:txBody>
      </p:sp>
      <p:sp>
        <p:nvSpPr>
          <p:cNvPr id="24" name="Text 18"/>
          <p:cNvSpPr/>
          <p:nvPr/>
        </p:nvSpPr>
        <p:spPr>
          <a:xfrm>
            <a:off x="3977640" y="48188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 관련 연구실 소개 및 현황</a:t>
            </a:r>
            <a:endParaRPr lang="en-US" sz="1250"/>
          </a:p>
        </p:txBody>
      </p:sp>
      <p:sp>
        <p:nvSpPr>
          <p:cNvPr id="25" name="Shape 19"/>
          <p:cNvSpPr/>
          <p:nvPr/>
        </p:nvSpPr>
        <p:spPr>
          <a:xfrm>
            <a:off x="640080" y="572414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C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914400" y="58567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/home/claude/build/icon_commen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" y="598474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57241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게시판</a:t>
            </a:r>
            <a:endParaRPr lang="en-US" sz="1500"/>
          </a:p>
        </p:txBody>
      </p:sp>
      <p:sp>
        <p:nvSpPr>
          <p:cNvPr id="29" name="Text 22"/>
          <p:cNvSpPr/>
          <p:nvPr/>
        </p:nvSpPr>
        <p:spPr>
          <a:xfrm>
            <a:off x="3977640" y="572414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 · 취업 정보 · 선배가 후배에게 남긴 글</a:t>
            </a:r>
            <a:endParaRPr lang="en-US" sz="1250"/>
          </a:p>
        </p:txBody>
      </p:sp>
      <p:sp>
        <p:nvSpPr>
          <p:cNvPr id="30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파이프라인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입력부터 출처 포함 답변까지의 전체 흐름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84148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searc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5968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임베딩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713232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2240280" y="297180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496312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040380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home/claude/build/icon_d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25968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9464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검색</a:t>
            </a:r>
            <a:endParaRPr lang="en-US" sz="1200"/>
          </a:p>
        </p:txBody>
      </p:sp>
      <p:sp>
        <p:nvSpPr>
          <p:cNvPr id="15" name="Text 11"/>
          <p:cNvSpPr/>
          <p:nvPr/>
        </p:nvSpPr>
        <p:spPr>
          <a:xfrm>
            <a:off x="2569464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/>
          </a:p>
        </p:txBody>
      </p:sp>
      <p:sp>
        <p:nvSpPr>
          <p:cNvPr id="16" name="Shape 12"/>
          <p:cNvSpPr/>
          <p:nvPr/>
        </p:nvSpPr>
        <p:spPr>
          <a:xfrm>
            <a:off x="4096512" y="297180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52544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896612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/home/claude/build/icon_fi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259689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5696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추출</a:t>
            </a:r>
            <a:endParaRPr lang="en-US" sz="1200"/>
          </a:p>
        </p:txBody>
      </p:sp>
      <p:sp>
        <p:nvSpPr>
          <p:cNvPr id="21" name="Text 16"/>
          <p:cNvSpPr/>
          <p:nvPr/>
        </p:nvSpPr>
        <p:spPr>
          <a:xfrm>
            <a:off x="4425696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</a:t>
            </a:r>
            <a:endParaRPr lang="en-US" sz="900"/>
          </a:p>
        </p:txBody>
      </p:sp>
      <p:sp>
        <p:nvSpPr>
          <p:cNvPr id="22" name="Shape 17"/>
          <p:cNvSpPr/>
          <p:nvPr/>
        </p:nvSpPr>
        <p:spPr>
          <a:xfrm>
            <a:off x="5952744" y="297180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208776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752844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/home/claude/build/icon_brai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259689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81928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구성</a:t>
            </a:r>
            <a:endParaRPr lang="en-US" sz="1200"/>
          </a:p>
        </p:txBody>
      </p:sp>
      <p:sp>
        <p:nvSpPr>
          <p:cNvPr id="27" name="Text 21"/>
          <p:cNvSpPr/>
          <p:nvPr/>
        </p:nvSpPr>
        <p:spPr>
          <a:xfrm>
            <a:off x="6281928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900"/>
          </a:p>
        </p:txBody>
      </p:sp>
      <p:sp>
        <p:nvSpPr>
          <p:cNvPr id="28" name="Shape 22"/>
          <p:cNvSpPr/>
          <p:nvPr/>
        </p:nvSpPr>
        <p:spPr>
          <a:xfrm>
            <a:off x="7808976" y="297180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8065008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8609076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/home/claude/build/icon_robo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092" y="259689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38160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생성</a:t>
            </a:r>
            <a:endParaRPr lang="en-US" sz="1200"/>
          </a:p>
        </p:txBody>
      </p:sp>
      <p:sp>
        <p:nvSpPr>
          <p:cNvPr id="33" name="Text 26"/>
          <p:cNvSpPr/>
          <p:nvPr/>
        </p:nvSpPr>
        <p:spPr>
          <a:xfrm>
            <a:off x="8138160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900"/>
          </a:p>
        </p:txBody>
      </p:sp>
      <p:sp>
        <p:nvSpPr>
          <p:cNvPr id="34" name="Shape 27"/>
          <p:cNvSpPr/>
          <p:nvPr/>
        </p:nvSpPr>
        <p:spPr>
          <a:xfrm>
            <a:off x="9665208" y="297180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9921240" y="22860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2C3878"/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10465308" y="24688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/home/claude/build/icon_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3324" y="259689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994392" y="30632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포함 응답</a:t>
            </a:r>
            <a:endParaRPr lang="en-US" sz="1200"/>
          </a:p>
        </p:txBody>
      </p:sp>
      <p:sp>
        <p:nvSpPr>
          <p:cNvPr id="39" name="Text 31"/>
          <p:cNvSpPr/>
          <p:nvPr/>
        </p:nvSpPr>
        <p:spPr>
          <a:xfrm>
            <a:off x="9994392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900"/>
          </a:p>
        </p:txBody>
      </p:sp>
      <p:sp>
        <p:nvSpPr>
          <p:cNvPr id="40" name="Shape 32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3"/>
          <p:cNvSpPr/>
          <p:nvPr/>
        </p:nvSpPr>
        <p:spPr>
          <a:xfrm>
            <a:off x="640080" y="44348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914400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Chat UI</a:t>
            </a:r>
            <a:endParaRPr lang="en-US" sz="1700"/>
          </a:p>
        </p:txBody>
      </p:sp>
      <p:sp>
        <p:nvSpPr>
          <p:cNvPr id="43" name="Text 35"/>
          <p:cNvSpPr/>
          <p:nvPr/>
        </p:nvSpPr>
        <p:spPr>
          <a:xfrm>
            <a:off x="914400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인터페이스</a:t>
            </a:r>
            <a:endParaRPr lang="en-US" sz="1200"/>
          </a:p>
        </p:txBody>
      </p:sp>
      <p:sp>
        <p:nvSpPr>
          <p:cNvPr id="44" name="Shape 36"/>
          <p:cNvSpPr/>
          <p:nvPr/>
        </p:nvSpPr>
        <p:spPr>
          <a:xfrm>
            <a:off x="4160520" y="528066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4416552" y="44348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8"/>
          <p:cNvSpPr/>
          <p:nvPr/>
        </p:nvSpPr>
        <p:spPr>
          <a:xfrm>
            <a:off x="4690872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700"/>
          </a:p>
        </p:txBody>
      </p:sp>
      <p:sp>
        <p:nvSpPr>
          <p:cNvPr id="47" name="Text 39"/>
          <p:cNvSpPr/>
          <p:nvPr/>
        </p:nvSpPr>
        <p:spPr>
          <a:xfrm>
            <a:off x="4690872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오케스트레이션</a:t>
            </a:r>
            <a:endParaRPr lang="en-US" sz="1200"/>
          </a:p>
        </p:txBody>
      </p:sp>
      <p:sp>
        <p:nvSpPr>
          <p:cNvPr id="48" name="Shape 40"/>
          <p:cNvSpPr/>
          <p:nvPr/>
        </p:nvSpPr>
        <p:spPr>
          <a:xfrm>
            <a:off x="7936992" y="528066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1"/>
          <p:cNvSpPr/>
          <p:nvPr/>
        </p:nvSpPr>
        <p:spPr>
          <a:xfrm>
            <a:off x="8193024" y="44348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D4A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2"/>
          <p:cNvSpPr/>
          <p:nvPr/>
        </p:nvSpPr>
        <p:spPr>
          <a:xfrm>
            <a:off x="8467344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 + LLM</a:t>
            </a:r>
            <a:endParaRPr lang="en-US" sz="1700"/>
          </a:p>
        </p:txBody>
      </p:sp>
      <p:sp>
        <p:nvSpPr>
          <p:cNvPr id="51" name="Text 43"/>
          <p:cNvSpPr/>
          <p:nvPr/>
        </p:nvSpPr>
        <p:spPr>
          <a:xfrm>
            <a:off x="8467344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및 생성 엔진</a:t>
            </a:r>
            <a:endParaRPr lang="en-US" sz="1200"/>
          </a:p>
        </p:txBody>
      </p:sp>
      <p:sp>
        <p:nvSpPr>
          <p:cNvPr id="52" name="Text 4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흐름 · 사용 데이터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인덱싱 파이프라인 (사전 처리)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200400" y="2441448"/>
            <a:ext cx="0" cy="109728"/>
          </a:xfrm>
          <a:prstGeom prst="line">
            <a:avLst/>
          </a:prstGeom>
          <a:noFill/>
          <a:ln w="19050">
            <a:solidFill>
              <a:srgbClr val="B9C4E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55117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22960" y="267919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325880" y="25511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전처리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3200400" y="3118104"/>
            <a:ext cx="0" cy="109728"/>
          </a:xfrm>
          <a:prstGeom prst="line">
            <a:avLst/>
          </a:prstGeom>
          <a:noFill/>
          <a:ln w="19050">
            <a:solidFill>
              <a:srgbClr val="B9C4E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355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325880" y="32278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분할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3200400" y="3794760"/>
            <a:ext cx="0" cy="109728"/>
          </a:xfrm>
          <a:prstGeom prst="line">
            <a:avLst/>
          </a:prstGeom>
          <a:noFill/>
          <a:ln w="19050">
            <a:solidFill>
              <a:srgbClr val="B9C4E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895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325880" y="39044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생성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3200400" y="4471416"/>
            <a:ext cx="0" cy="109728"/>
          </a:xfrm>
          <a:prstGeom prst="line">
            <a:avLst/>
          </a:prstGeom>
          <a:noFill/>
          <a:ln w="19050">
            <a:solidFill>
              <a:srgbClr val="B9C4E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45811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325880" y="4581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저장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데이터 소스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6126480" y="18745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09360" y="20025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0" descr="/home/claude/build/icon_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084832"/>
            <a:ext cx="146304" cy="14630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12280" y="18745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게시판</a:t>
            </a:r>
            <a:endParaRPr lang="en-US" sz="1300"/>
          </a:p>
        </p:txBody>
      </p:sp>
      <p:sp>
        <p:nvSpPr>
          <p:cNvPr id="34" name="Shape 31"/>
          <p:cNvSpPr/>
          <p:nvPr/>
        </p:nvSpPr>
        <p:spPr>
          <a:xfrm>
            <a:off x="6126480" y="255117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6309360" y="267919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" descr="/home/claude/build/icon_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761488"/>
            <a:ext cx="146304" cy="14630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812280" y="25511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금오공과대학교 공식 학과 사이트</a:t>
            </a:r>
            <a:endParaRPr lang="en-US" sz="1300"/>
          </a:p>
        </p:txBody>
      </p:sp>
      <p:sp>
        <p:nvSpPr>
          <p:cNvPr id="38" name="Shape 34"/>
          <p:cNvSpPr/>
          <p:nvPr/>
        </p:nvSpPr>
        <p:spPr>
          <a:xfrm>
            <a:off x="6126480" y="322783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6309360" y="3355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2" descr="/home/claude/build/icon_tea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3438144"/>
            <a:ext cx="146304" cy="14630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812280" y="32278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· 조교님 정보</a:t>
            </a:r>
            <a:endParaRPr lang="en-US" sz="1300"/>
          </a:p>
        </p:txBody>
      </p:sp>
      <p:sp>
        <p:nvSpPr>
          <p:cNvPr id="42" name="Shape 37"/>
          <p:cNvSpPr/>
          <p:nvPr/>
        </p:nvSpPr>
        <p:spPr>
          <a:xfrm>
            <a:off x="6126480" y="390448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6309360" y="4032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3" descr="/home/claude/build/icon_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4114800"/>
            <a:ext cx="146304" cy="14630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812280" y="39044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 정보</a:t>
            </a:r>
            <a:endParaRPr lang="en-US" sz="1300"/>
          </a:p>
        </p:txBody>
      </p:sp>
      <p:sp>
        <p:nvSpPr>
          <p:cNvPr id="46" name="Shape 40"/>
          <p:cNvSpPr/>
          <p:nvPr/>
        </p:nvSpPr>
        <p:spPr>
          <a:xfrm>
            <a:off x="6126480" y="458114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/>
          <p:cNvSpPr/>
          <p:nvPr/>
        </p:nvSpPr>
        <p:spPr>
          <a:xfrm>
            <a:off x="6309360" y="47091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4" descr="/home/claude/build/icon_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4791456"/>
            <a:ext cx="146304" cy="14630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812280" y="4581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동아리 (취업 · 취미 · 스터디)</a:t>
            </a:r>
            <a:endParaRPr lang="en-US" sz="1300"/>
          </a:p>
        </p:txBody>
      </p:sp>
      <p:sp>
        <p:nvSpPr>
          <p:cNvPr id="50" name="Shape 43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임베딩 → 유사 문서 검색 → LLM 답변 생성 → 출처 포함 응답 반환</a:t>
            </a:r>
            <a:endParaRPr lang="en-US" sz="1350"/>
          </a:p>
        </p:txBody>
      </p:sp>
      <p:sp>
        <p:nvSpPr>
          <p:cNvPr id="52" name="Text 4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TECH STACK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650492" y="23134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icon_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777240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>
              <a:highlight>
                <a:srgbClr val="FFFF00"/>
              </a:highlight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29000" y="20574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439412" y="23134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build/icon_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24597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3566160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>
              <a:highlight>
                <a:srgbClr val="FFFF00"/>
              </a:highlight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17920" y="20574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228332" y="23134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bra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24597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Framework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6355080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1100">
              <a:highlight>
                <a:srgbClr val="FFFF00"/>
              </a:highlight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006840" y="20574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10017252" y="23134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/home/claude/build/icon_d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24597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9144000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100"/>
          </a:p>
        </p:txBody>
      </p:sp>
      <p:sp>
        <p:nvSpPr>
          <p:cNvPr id="25" name="Shape 19"/>
          <p:cNvSpPr/>
          <p:nvPr/>
        </p:nvSpPr>
        <p:spPr>
          <a:xfrm>
            <a:off x="640080" y="416052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650492" y="4416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/home/claude/build/icon_fil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796" y="456285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724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/>
          </a:p>
        </p:txBody>
      </p:sp>
      <p:sp>
        <p:nvSpPr>
          <p:cNvPr id="29" name="Text 22"/>
          <p:cNvSpPr/>
          <p:nvPr/>
        </p:nvSpPr>
        <p:spPr>
          <a:xfrm>
            <a:off x="777240" y="5513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100" err="1">
                <a:highlight>
                  <a:srgbClr val="FFFF00"/>
                </a:highlight>
              </a:rPr>
              <a:t>PostgreSQL</a:t>
            </a:r>
            <a:r>
              <a:rPr lang="ko-KR" altLang="ko-KR" sz="1100">
                <a:highlight>
                  <a:srgbClr val="FFFF00"/>
                </a:highlight>
              </a:rPr>
              <a:t> </a:t>
            </a:r>
            <a:endParaRPr lang="en-US" sz="1100">
              <a:highlight>
                <a:srgbClr val="FFFF00"/>
              </a:highlight>
            </a:endParaRPr>
          </a:p>
        </p:txBody>
      </p:sp>
      <p:sp>
        <p:nvSpPr>
          <p:cNvPr id="30" name="Shape 23"/>
          <p:cNvSpPr/>
          <p:nvPr/>
        </p:nvSpPr>
        <p:spPr>
          <a:xfrm>
            <a:off x="3429000" y="416052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4439412" y="4416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/home/claude/build/icon_search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5716" y="456285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6616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Crawling</a:t>
            </a:r>
            <a:endParaRPr lang="en-US" sz="1350"/>
          </a:p>
        </p:txBody>
      </p:sp>
      <p:sp>
        <p:nvSpPr>
          <p:cNvPr id="34" name="Text 26"/>
          <p:cNvSpPr/>
          <p:nvPr/>
        </p:nvSpPr>
        <p:spPr>
          <a:xfrm>
            <a:off x="3566160" y="5513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100" err="1"/>
              <a:t>Selenium</a:t>
            </a:r>
            <a:r>
              <a:rPr lang="en-US" altLang="ko-KR" sz="1100"/>
              <a:t>/ </a:t>
            </a:r>
            <a:r>
              <a:rPr lang="en-US" altLang="ko-KR" sz="1100" err="1"/>
              <a:t>api</a:t>
            </a:r>
            <a:r>
              <a:rPr lang="en-US" altLang="ko-KR" sz="1100"/>
              <a:t> </a:t>
            </a:r>
            <a:r>
              <a:rPr lang="ko-KR" altLang="en-US" sz="1100"/>
              <a:t>호출</a:t>
            </a:r>
            <a:endParaRPr lang="en-US" sz="1100"/>
          </a:p>
        </p:txBody>
      </p:sp>
      <p:sp>
        <p:nvSpPr>
          <p:cNvPr id="35" name="Shape 27"/>
          <p:cNvSpPr/>
          <p:nvPr/>
        </p:nvSpPr>
        <p:spPr>
          <a:xfrm>
            <a:off x="6217920" y="416052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7228332" y="4416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/home/claude/build/icon_robo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4636" y="4562856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5508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API</a:t>
            </a:r>
            <a:endParaRPr lang="en-US" sz="1350"/>
          </a:p>
        </p:txBody>
      </p:sp>
      <p:sp>
        <p:nvSpPr>
          <p:cNvPr id="39" name="Text 30"/>
          <p:cNvSpPr/>
          <p:nvPr/>
        </p:nvSpPr>
        <p:spPr>
          <a:xfrm>
            <a:off x="6355080" y="5513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100">
              <a:highlight>
                <a:srgbClr val="FFFF00"/>
              </a:highlight>
            </a:endParaRPr>
          </a:p>
        </p:txBody>
      </p:sp>
      <p:sp>
        <p:nvSpPr>
          <p:cNvPr id="40" name="Shape 31"/>
          <p:cNvSpPr/>
          <p:nvPr/>
        </p:nvSpPr>
        <p:spPr>
          <a:xfrm>
            <a:off x="9006840" y="416052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10017252" y="4416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/home/claude/build/icon_cloud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3556" y="4562856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4400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</a:t>
            </a:r>
            <a:endParaRPr lang="en-US" sz="1350"/>
          </a:p>
        </p:txBody>
      </p:sp>
      <p:sp>
        <p:nvSpPr>
          <p:cNvPr id="44" name="Text 34"/>
          <p:cNvSpPr/>
          <p:nvPr/>
        </p:nvSpPr>
        <p:spPr>
          <a:xfrm>
            <a:off x="9144000" y="5513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Render / AWS EC2</a:t>
            </a:r>
            <a:endParaRPr lang="en-US" sz="1100"/>
          </a:p>
        </p:txBody>
      </p:sp>
      <p:sp>
        <p:nvSpPr>
          <p:cNvPr id="45" name="Text 3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317754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40580" y="381304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10362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TIMELINE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일정 (8주)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10241280" cy="0"/>
          </a:xfrm>
          <a:prstGeom prst="line">
            <a:avLst/>
          </a:prstGeom>
          <a:noFill/>
          <a:ln w="381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953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2679192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146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1460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06324" y="22128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</a:t>
            </a:r>
            <a:r>
              <a:rPr lang="ko-KR" alt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이해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32257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23160" y="3346704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714500" y="381304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14500" y="3931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3232404" y="2189127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수집·정제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378561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86200" y="2679192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177540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4695444" y="413308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청킹 전략 구현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24865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349240" y="3346704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40580" y="3931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6158484" y="214155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임베딩·벡터DB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671169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812280" y="2679192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03620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</a:t>
            </a:r>
            <a:endParaRPr lang="en-US" sz="1250"/>
          </a:p>
        </p:txBody>
      </p:sp>
      <p:sp>
        <p:nvSpPr>
          <p:cNvPr id="30" name="Text 28"/>
          <p:cNvSpPr/>
          <p:nvPr/>
        </p:nvSpPr>
        <p:spPr>
          <a:xfrm>
            <a:off x="6158484" y="22128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7473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275320" y="3346704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566660" y="381304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566660" y="3931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1250"/>
          </a:p>
        </p:txBody>
      </p:sp>
      <p:sp>
        <p:nvSpPr>
          <p:cNvPr id="35" name="Text 33"/>
          <p:cNvSpPr/>
          <p:nvPr/>
        </p:nvSpPr>
        <p:spPr>
          <a:xfrm>
            <a:off x="7621524" y="4197096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altLang="ko-KR" sz="100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en-US" altLang="ko-KR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</a:t>
            </a:r>
            <a:endParaRPr lang="en-US" altLang="ko-KR" sz="100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생성·추천</a:t>
            </a: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로직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963777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738360" y="2679192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02970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029700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</a:t>
            </a:r>
            <a:endParaRPr lang="en-US" sz="1250"/>
          </a:p>
        </p:txBody>
      </p:sp>
      <p:sp>
        <p:nvSpPr>
          <p:cNvPr id="40" name="Text 38"/>
          <p:cNvSpPr/>
          <p:nvPr/>
        </p:nvSpPr>
        <p:spPr>
          <a:xfrm>
            <a:off x="9084564" y="22128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서비스 구현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11100816" y="3145536"/>
            <a:ext cx="201168" cy="2011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01400" y="3346704"/>
            <a:ext cx="0" cy="466344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492740" y="381304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492740" y="3931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</a:t>
            </a:r>
            <a:endParaRPr lang="en-US" sz="1250"/>
          </a:p>
        </p:txBody>
      </p:sp>
      <p:sp>
        <p:nvSpPr>
          <p:cNvPr id="45" name="Text 43"/>
          <p:cNvSpPr/>
          <p:nvPr/>
        </p:nvSpPr>
        <p:spPr>
          <a:xfrm>
            <a:off x="10547604" y="4197096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평가·발표 준비</a:t>
            </a:r>
            <a:endParaRPr lang="en-US" sz="1000"/>
          </a:p>
        </p:txBody>
      </p:sp>
      <p:sp>
        <p:nvSpPr>
          <p:cNvPr id="49" name="Text 4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636D08B2-E436-4580-8DCD-46DDAE86A5AC}"/>
              </a:ext>
            </a:extLst>
          </p:cNvPr>
          <p:cNvSpPr/>
          <p:nvPr/>
        </p:nvSpPr>
        <p:spPr>
          <a:xfrm>
            <a:off x="1769364" y="416966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</a:t>
            </a:r>
            <a:r>
              <a:rPr lang="ko-KR" altLang="en-US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이해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RISK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예상되는 어려움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BF3D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build/icon_war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3682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B5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방식 이해 및 실제 적용 과정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6B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전원이 RAG </a:t>
            </a:r>
            <a:r>
              <a:rPr lang="ko-KR" altLang="en-US" sz="1300">
                <a:solidFill>
                  <a:srgbClr val="6B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기술을</a:t>
            </a:r>
            <a:r>
              <a:rPr lang="en-US" sz="1300">
                <a:solidFill>
                  <a:srgbClr val="6B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처음 다루는 만큼, 이론 학습과 실제 구현 사이의 간극을 좁히는 과정이 프로젝트 초반 핵심 과제가 될 것으로 예상된다.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대응 방향</a:t>
            </a:r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68680" y="4357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build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30268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4114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충분한 학습 시간</a:t>
            </a:r>
            <a:r>
              <a:rPr lang="en-US" altLang="ko-KR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</a:t>
            </a:r>
            <a:r>
              <a:rPr lang="ko-KR" alt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</a:t>
            </a:r>
            <a:r>
              <a:rPr lang="en-US" altLang="ko-KR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확보</a:t>
            </a:r>
            <a:endParaRPr lang="en-US" sz="1300"/>
          </a:p>
        </p:txBody>
      </p:sp>
      <p:sp>
        <p:nvSpPr>
          <p:cNvPr id="14" name="Text 10"/>
          <p:cNvSpPr/>
          <p:nvPr/>
        </p:nvSpPr>
        <p:spPr>
          <a:xfrm>
            <a:off x="1298448" y="4434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설계·데이터 수집 단계에서 RAG 개념을 팀 전체가 학습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6263640" y="4023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492240" y="4357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home/claude/build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430268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4114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단계적 구현</a:t>
            </a:r>
            <a:endParaRPr lang="en-US" sz="1300"/>
          </a:p>
        </p:txBody>
      </p:sp>
      <p:sp>
        <p:nvSpPr>
          <p:cNvPr id="19" name="Text 14"/>
          <p:cNvSpPr/>
          <p:nvPr/>
        </p:nvSpPr>
        <p:spPr>
          <a:xfrm>
            <a:off x="6922008" y="4434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길이 청킹 → 직접 구현 청킹 순으로 점진적 고도화</a:t>
            </a:r>
            <a:endParaRPr lang="en-US" sz="1050"/>
          </a:p>
        </p:txBody>
      </p:sp>
      <p:sp>
        <p:nvSpPr>
          <p:cNvPr id="20" name="Shape 15"/>
          <p:cNvSpPr/>
          <p:nvPr/>
        </p:nvSpPr>
        <p:spPr>
          <a:xfrm>
            <a:off x="640080" y="5166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68680" y="5500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/home/claude/build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573268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5257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실험 병행</a:t>
            </a:r>
            <a:endParaRPr lang="en-US" sz="1300"/>
          </a:p>
        </p:txBody>
      </p:sp>
      <p:sp>
        <p:nvSpPr>
          <p:cNvPr id="24" name="Text 18"/>
          <p:cNvSpPr/>
          <p:nvPr/>
        </p:nvSpPr>
        <p:spPr>
          <a:xfrm>
            <a:off x="1298448" y="5577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베이스라인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)과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구현을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050"/>
          </a:p>
        </p:txBody>
      </p:sp>
      <p:sp>
        <p:nvSpPr>
          <p:cNvPr id="25" name="Shape 19"/>
          <p:cNvSpPr/>
          <p:nvPr/>
        </p:nvSpPr>
        <p:spPr>
          <a:xfrm>
            <a:off x="6263640" y="5166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492240" y="5500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/home/claude/build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5573268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22008" y="5257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 사전 공유</a:t>
            </a:r>
            <a:endParaRPr lang="en-US" sz="1300"/>
          </a:p>
        </p:txBody>
      </p:sp>
      <p:sp>
        <p:nvSpPr>
          <p:cNvPr id="29" name="Text 22"/>
          <p:cNvSpPr/>
          <p:nvPr/>
        </p:nvSpPr>
        <p:spPr>
          <a:xfrm>
            <a:off x="6922008" y="5577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 해결되지 않은 부분은 향후 연구 방향으로 명확히 제시</a:t>
            </a:r>
            <a:endParaRPr lang="en-US" sz="1050"/>
          </a:p>
        </p:txBody>
      </p:sp>
      <p:sp>
        <p:nvSpPr>
          <p:cNvPr id="30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C3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2C3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2695775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멘토봇</a:t>
            </a:r>
            <a:endParaRPr lang="en-US" sz="4400"/>
          </a:p>
        </p:txBody>
      </p:sp>
      <p:sp>
        <p:nvSpPr>
          <p:cNvPr id="6" name="Shape 4"/>
          <p:cNvSpPr/>
          <p:nvPr/>
        </p:nvSpPr>
        <p:spPr>
          <a:xfrm>
            <a:off x="822960" y="3589021"/>
            <a:ext cx="27432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70332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멘토봇 - 주제 발표</dc:title>
  <dc:subject>PptxGenJS Presentation</dc:subject>
  <dc:creator>SE 멘토봇 팀</dc:creator>
  <cp:revision>1</cp:revision>
  <dcterms:created xsi:type="dcterms:W3CDTF">2026-07-08T07:27:14Z</dcterms:created>
  <dcterms:modified xsi:type="dcterms:W3CDTF">2026-07-10T06:06:03Z</dcterms:modified>
</cp:coreProperties>
</file>