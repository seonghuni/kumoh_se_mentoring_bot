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0" r:id="rId6"/>
    <p:sldId id="259" r:id="rId7"/>
    <p:sldId id="261" r:id="rId8"/>
    <p:sldId id="265" r:id="rId9"/>
    <p:sldId id="266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MFs2DlZS9oCWo1nq7+jQbTbl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C11E5-51EE-4F6C-AA38-A144BC359AE5}" v="10" dt="2026-08-31T10:57:48.412"/>
    <p1510:client id="{C9E94A36-C257-437D-8E23-9978B2AE4592}" v="33" dt="2026-08-31T09:57:13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358" autoAdjust="0"/>
  </p:normalViewPr>
  <p:slideViewPr>
    <p:cSldViewPr snapToGrid="0">
      <p:cViewPr varScale="1">
        <p:scale>
          <a:sx n="93" d="100"/>
          <a:sy n="93" d="100"/>
        </p:scale>
        <p:origin x="12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om TaeWon" userId="977696ba6fb42b8c" providerId="LiveId" clId="{75DD894A-4F48-4D6E-8644-9765BDC717B3}"/>
    <pc:docChg chg="undo custSel addSld delSld modSld sldOrd">
      <pc:chgData name="Eom TaeWon" userId="977696ba6fb42b8c" providerId="LiveId" clId="{75DD894A-4F48-4D6E-8644-9765BDC717B3}" dt="2026-08-31T09:58:51.437" v="1466" actId="20577"/>
      <pc:docMkLst>
        <pc:docMk/>
      </pc:docMkLst>
      <pc:sldChg chg="modSp mod">
        <pc:chgData name="Eom TaeWon" userId="977696ba6fb42b8c" providerId="LiveId" clId="{75DD894A-4F48-4D6E-8644-9765BDC717B3}" dt="2026-08-31T06:36:45.892" v="57" actId="20577"/>
        <pc:sldMkLst>
          <pc:docMk/>
          <pc:sldMk cId="0" sldId="256"/>
        </pc:sldMkLst>
        <pc:spChg chg="mod">
          <ac:chgData name="Eom TaeWon" userId="977696ba6fb42b8c" providerId="LiveId" clId="{75DD894A-4F48-4D6E-8644-9765BDC717B3}" dt="2026-08-31T06:36:29.953" v="20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Eom TaeWon" userId="977696ba6fb42b8c" providerId="LiveId" clId="{75DD894A-4F48-4D6E-8644-9765BDC717B3}" dt="2026-08-31T06:36:45.892" v="57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Eom TaeWon" userId="977696ba6fb42b8c" providerId="LiveId" clId="{75DD894A-4F48-4D6E-8644-9765BDC717B3}" dt="2026-08-31T06:36:39.424" v="21" actId="20577"/>
          <ac:spMkLst>
            <pc:docMk/>
            <pc:sldMk cId="0" sldId="256"/>
            <ac:spMk id="92" creationId="{00000000-0000-0000-0000-000000000000}"/>
          </ac:spMkLst>
        </pc:spChg>
      </pc:sldChg>
      <pc:sldChg chg="modSp mod">
        <pc:chgData name="Eom TaeWon" userId="977696ba6fb42b8c" providerId="LiveId" clId="{75DD894A-4F48-4D6E-8644-9765BDC717B3}" dt="2026-08-31T09:46:37.776" v="1047" actId="20577"/>
        <pc:sldMkLst>
          <pc:docMk/>
          <pc:sldMk cId="0" sldId="257"/>
        </pc:sldMkLst>
        <pc:spChg chg="mod">
          <ac:chgData name="Eom TaeWon" userId="977696ba6fb42b8c" providerId="LiveId" clId="{75DD894A-4F48-4D6E-8644-9765BDC717B3}" dt="2026-08-31T09:46:37.776" v="1047" actId="20577"/>
          <ac:spMkLst>
            <pc:docMk/>
            <pc:sldMk cId="0" sldId="257"/>
            <ac:spMk id="98" creationId="{00000000-0000-0000-0000-000000000000}"/>
          </ac:spMkLst>
        </pc:spChg>
      </pc:sldChg>
      <pc:sldChg chg="addSp delSp modSp new mod ord delAnim modAnim">
        <pc:chgData name="Eom TaeWon" userId="977696ba6fb42b8c" providerId="LiveId" clId="{75DD894A-4F48-4D6E-8644-9765BDC717B3}" dt="2026-08-31T08:29:02.380" v="693" actId="21"/>
        <pc:sldMkLst>
          <pc:docMk/>
          <pc:sldMk cId="1393552270" sldId="258"/>
        </pc:sldMkLst>
        <pc:spChg chg="mod">
          <ac:chgData name="Eom TaeWon" userId="977696ba6fb42b8c" providerId="LiveId" clId="{75DD894A-4F48-4D6E-8644-9765BDC717B3}" dt="2026-08-31T08:16:53.491" v="538" actId="20577"/>
          <ac:spMkLst>
            <pc:docMk/>
            <pc:sldMk cId="1393552270" sldId="258"/>
            <ac:spMk id="2" creationId="{70DC3C95-6691-F52D-4466-3389E8ADEFB1}"/>
          </ac:spMkLst>
        </pc:spChg>
        <pc:spChg chg="add del mod">
          <ac:chgData name="Eom TaeWon" userId="977696ba6fb42b8c" providerId="LiveId" clId="{75DD894A-4F48-4D6E-8644-9765BDC717B3}" dt="2026-08-31T06:56:30.438" v="259" actId="478"/>
          <ac:spMkLst>
            <pc:docMk/>
            <pc:sldMk cId="1393552270" sldId="258"/>
            <ac:spMk id="3" creationId="{303B5558-75A2-821E-2C03-7FE105C1B128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5" creationId="{3F255809-C467-826F-0CDF-79C76DF2A93B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7" creationId="{C25B7419-42A0-7566-2383-6855B7EE06B5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9" creationId="{1516549C-125F-9472-A103-3D73DCE4F8DE}"/>
          </ac:spMkLst>
        </pc:spChg>
        <pc:spChg chg="add del mod">
          <ac:chgData name="Eom TaeWon" userId="977696ba6fb42b8c" providerId="LiveId" clId="{75DD894A-4F48-4D6E-8644-9765BDC717B3}" dt="2026-08-31T06:57:44.370" v="296" actId="478"/>
          <ac:spMkLst>
            <pc:docMk/>
            <pc:sldMk cId="1393552270" sldId="258"/>
            <ac:spMk id="10" creationId="{6AD1D899-29B2-1D9C-8BE4-F93F492E0440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12" creationId="{DBCD140A-96D6-2847-577B-22833F0BA274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14" creationId="{87F77625-C562-B361-6473-6C15CEFF306A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16" creationId="{69B0C19E-52DA-01B2-2524-2385E1376FB9}"/>
          </ac:spMkLst>
        </pc:spChg>
        <pc:spChg chg="add del">
          <ac:chgData name="Eom TaeWon" userId="977696ba6fb42b8c" providerId="LiveId" clId="{75DD894A-4F48-4D6E-8644-9765BDC717B3}" dt="2026-08-31T06:53:45.187" v="236" actId="22"/>
          <ac:spMkLst>
            <pc:docMk/>
            <pc:sldMk cId="1393552270" sldId="258"/>
            <ac:spMk id="18" creationId="{48C2DA3A-BC15-8449-E75E-C2B157ABD2B7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20" creationId="{7EFCC444-E6CB-ED18-F655-47B36215F8A9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22" creationId="{B4F05110-0D9F-A618-C23B-EDA1395E67A3}"/>
          </ac:spMkLst>
        </pc:spChg>
        <pc:spChg chg="add mod">
          <ac:chgData name="Eom TaeWon" userId="977696ba6fb42b8c" providerId="LiveId" clId="{75DD894A-4F48-4D6E-8644-9765BDC717B3}" dt="2026-08-31T08:11:47.749" v="492" actId="1076"/>
          <ac:spMkLst>
            <pc:docMk/>
            <pc:sldMk cId="1393552270" sldId="258"/>
            <ac:spMk id="23" creationId="{BD886E44-BC93-6ED8-B757-96206F160449}"/>
          </ac:spMkLst>
        </pc:spChg>
        <pc:spChg chg="add mod">
          <ac:chgData name="Eom TaeWon" userId="977696ba6fb42b8c" providerId="LiveId" clId="{75DD894A-4F48-4D6E-8644-9765BDC717B3}" dt="2026-08-31T08:14:07.522" v="537" actId="20577"/>
          <ac:spMkLst>
            <pc:docMk/>
            <pc:sldMk cId="1393552270" sldId="258"/>
            <ac:spMk id="24" creationId="{EFEA7B99-2AE0-C0D8-6FD9-A411D190F9DB}"/>
          </ac:spMkLst>
        </pc:spChg>
        <pc:spChg chg="add del">
          <ac:chgData name="Eom TaeWon" userId="977696ba6fb42b8c" providerId="LiveId" clId="{75DD894A-4F48-4D6E-8644-9765BDC717B3}" dt="2026-08-31T06:58:15.124" v="301" actId="478"/>
          <ac:spMkLst>
            <pc:docMk/>
            <pc:sldMk cId="1393552270" sldId="258"/>
            <ac:spMk id="25" creationId="{82270072-7D89-BC50-5A1C-871D28DFF696}"/>
          </ac:spMkLst>
        </pc:spChg>
        <pc:picChg chg="add del">
          <ac:chgData name="Eom TaeWon" userId="977696ba6fb42b8c" providerId="LiveId" clId="{75DD894A-4F48-4D6E-8644-9765BDC717B3}" dt="2026-08-31T08:09:38.885" v="479" actId="22"/>
          <ac:picMkLst>
            <pc:docMk/>
            <pc:sldMk cId="1393552270" sldId="258"/>
            <ac:picMk id="27" creationId="{9B1EE9D1-0080-6383-07FC-9EF7685734AE}"/>
          </ac:picMkLst>
        </pc:picChg>
        <pc:picChg chg="add del mod">
          <ac:chgData name="Eom TaeWon" userId="977696ba6fb42b8c" providerId="LiveId" clId="{75DD894A-4F48-4D6E-8644-9765BDC717B3}" dt="2026-08-31T08:28:57.432" v="690" actId="21"/>
          <ac:picMkLst>
            <pc:docMk/>
            <pc:sldMk cId="1393552270" sldId="258"/>
            <ac:picMk id="29" creationId="{42C654DE-49A2-5A15-323C-28273CA0AF5A}"/>
          </ac:picMkLst>
        </pc:picChg>
        <pc:picChg chg="add del mod">
          <ac:chgData name="Eom TaeWon" userId="977696ba6fb42b8c" providerId="LiveId" clId="{75DD894A-4F48-4D6E-8644-9765BDC717B3}" dt="2026-08-31T08:29:02.380" v="693" actId="21"/>
          <ac:picMkLst>
            <pc:docMk/>
            <pc:sldMk cId="1393552270" sldId="258"/>
            <ac:picMk id="31" creationId="{2F383C67-3489-FA74-E2B3-56FA7B9F5666}"/>
          </ac:picMkLst>
        </pc:picChg>
        <pc:picChg chg="add del mod">
          <ac:chgData name="Eom TaeWon" userId="977696ba6fb42b8c" providerId="LiveId" clId="{75DD894A-4F48-4D6E-8644-9765BDC717B3}" dt="2026-08-31T08:13:41.475" v="505" actId="478"/>
          <ac:picMkLst>
            <pc:docMk/>
            <pc:sldMk cId="1393552270" sldId="258"/>
            <ac:picMk id="33" creationId="{0F6906E2-8668-56A9-F593-35D871652E07}"/>
          </ac:picMkLst>
        </pc:picChg>
      </pc:sldChg>
      <pc:sldChg chg="del">
        <pc:chgData name="Eom TaeWon" userId="977696ba6fb42b8c" providerId="LiveId" clId="{75DD894A-4F48-4D6E-8644-9765BDC717B3}" dt="2026-08-31T06:36:09.323" v="0" actId="47"/>
        <pc:sldMkLst>
          <pc:docMk/>
          <pc:sldMk cId="2974411598" sldId="258"/>
        </pc:sldMkLst>
      </pc:sldChg>
      <pc:sldChg chg="del">
        <pc:chgData name="Eom TaeWon" userId="977696ba6fb42b8c" providerId="LiveId" clId="{75DD894A-4F48-4D6E-8644-9765BDC717B3}" dt="2026-08-31T06:36:11.033" v="2" actId="47"/>
        <pc:sldMkLst>
          <pc:docMk/>
          <pc:sldMk cId="516329133" sldId="259"/>
        </pc:sldMkLst>
      </pc:sldChg>
      <pc:sldChg chg="addSp delSp modSp new mod">
        <pc:chgData name="Eom TaeWon" userId="977696ba6fb42b8c" providerId="LiveId" clId="{75DD894A-4F48-4D6E-8644-9765BDC717B3}" dt="2026-08-31T08:27:46.948" v="687" actId="5793"/>
        <pc:sldMkLst>
          <pc:docMk/>
          <pc:sldMk cId="1998339067" sldId="259"/>
        </pc:sldMkLst>
        <pc:spChg chg="mod">
          <ac:chgData name="Eom TaeWon" userId="977696ba6fb42b8c" providerId="LiveId" clId="{75DD894A-4F48-4D6E-8644-9765BDC717B3}" dt="2026-08-31T08:23:42.644" v="672"/>
          <ac:spMkLst>
            <pc:docMk/>
            <pc:sldMk cId="1998339067" sldId="259"/>
            <ac:spMk id="2" creationId="{1A73869D-8575-141A-F99A-EB83BA6199D6}"/>
          </ac:spMkLst>
        </pc:spChg>
        <pc:spChg chg="mod">
          <ac:chgData name="Eom TaeWon" userId="977696ba6fb42b8c" providerId="LiveId" clId="{75DD894A-4F48-4D6E-8644-9765BDC717B3}" dt="2026-08-31T08:27:46.948" v="687" actId="5793"/>
          <ac:spMkLst>
            <pc:docMk/>
            <pc:sldMk cId="1998339067" sldId="259"/>
            <ac:spMk id="3" creationId="{DD5CEF76-795F-4955-FE9D-86E2F9787B49}"/>
          </ac:spMkLst>
        </pc:spChg>
        <pc:spChg chg="add del">
          <ac:chgData name="Eom TaeWon" userId="977696ba6fb42b8c" providerId="LiveId" clId="{75DD894A-4F48-4D6E-8644-9765BDC717B3}" dt="2026-08-31T07:58:25.631" v="304" actId="22"/>
          <ac:spMkLst>
            <pc:docMk/>
            <pc:sldMk cId="1998339067" sldId="259"/>
            <ac:spMk id="6" creationId="{1294E8B5-B00B-3847-4571-52332396AAE7}"/>
          </ac:spMkLst>
        </pc:spChg>
        <pc:picChg chg="add mod">
          <ac:chgData name="Eom TaeWon" userId="977696ba6fb42b8c" providerId="LiveId" clId="{75DD894A-4F48-4D6E-8644-9765BDC717B3}" dt="2026-08-31T08:27:44.207" v="685" actId="1076"/>
          <ac:picMkLst>
            <pc:docMk/>
            <pc:sldMk cId="1998339067" sldId="259"/>
            <ac:picMk id="8" creationId="{D252625B-F34C-515A-77F0-7C31DE856C32}"/>
          </ac:picMkLst>
        </pc:picChg>
      </pc:sldChg>
      <pc:sldChg chg="del">
        <pc:chgData name="Eom TaeWon" userId="977696ba6fb42b8c" providerId="LiveId" clId="{75DD894A-4F48-4D6E-8644-9765BDC717B3}" dt="2026-08-31T06:36:10.031" v="1" actId="47"/>
        <pc:sldMkLst>
          <pc:docMk/>
          <pc:sldMk cId="1274012177" sldId="260"/>
        </pc:sldMkLst>
      </pc:sldChg>
      <pc:sldChg chg="addSp delSp modSp new mod">
        <pc:chgData name="Eom TaeWon" userId="977696ba6fb42b8c" providerId="LiveId" clId="{75DD894A-4F48-4D6E-8644-9765BDC717B3}" dt="2026-08-31T08:25:42.269" v="682" actId="1076"/>
        <pc:sldMkLst>
          <pc:docMk/>
          <pc:sldMk cId="2176324079" sldId="260"/>
        </pc:sldMkLst>
        <pc:spChg chg="mod">
          <ac:chgData name="Eom TaeWon" userId="977696ba6fb42b8c" providerId="LiveId" clId="{75DD894A-4F48-4D6E-8644-9765BDC717B3}" dt="2026-08-31T08:02:38.679" v="307" actId="20577"/>
          <ac:spMkLst>
            <pc:docMk/>
            <pc:sldMk cId="2176324079" sldId="260"/>
            <ac:spMk id="2" creationId="{250669B5-E808-2438-ECEC-18782657D6DC}"/>
          </ac:spMkLst>
        </pc:spChg>
        <pc:spChg chg="mod">
          <ac:chgData name="Eom TaeWon" userId="977696ba6fb42b8c" providerId="LiveId" clId="{75DD894A-4F48-4D6E-8644-9765BDC717B3}" dt="2026-08-31T08:25:23.472" v="674" actId="20577"/>
          <ac:spMkLst>
            <pc:docMk/>
            <pc:sldMk cId="2176324079" sldId="260"/>
            <ac:spMk id="3" creationId="{89DC34E7-1DF3-5A3E-EF80-FC83F7100AEE}"/>
          </ac:spMkLst>
        </pc:spChg>
        <pc:picChg chg="add del">
          <ac:chgData name="Eom TaeWon" userId="977696ba6fb42b8c" providerId="LiveId" clId="{75DD894A-4F48-4D6E-8644-9765BDC717B3}" dt="2026-08-31T08:25:24.199" v="676" actId="22"/>
          <ac:picMkLst>
            <pc:docMk/>
            <pc:sldMk cId="2176324079" sldId="260"/>
            <ac:picMk id="6" creationId="{B3B69083-14EB-433C-F9E6-609769F75A29}"/>
          </ac:picMkLst>
        </pc:picChg>
        <pc:picChg chg="add mod">
          <ac:chgData name="Eom TaeWon" userId="977696ba6fb42b8c" providerId="LiveId" clId="{75DD894A-4F48-4D6E-8644-9765BDC717B3}" dt="2026-08-31T08:25:42.269" v="682" actId="1076"/>
          <ac:picMkLst>
            <pc:docMk/>
            <pc:sldMk cId="2176324079" sldId="260"/>
            <ac:picMk id="8" creationId="{F5E600FD-61C8-7F9D-A5D2-450DE631B27D}"/>
          </ac:picMkLst>
        </pc:picChg>
      </pc:sldChg>
      <pc:sldChg chg="addSp delSp modSp new mod">
        <pc:chgData name="Eom TaeWon" userId="977696ba6fb42b8c" providerId="LiveId" clId="{75DD894A-4F48-4D6E-8644-9765BDC717B3}" dt="2026-08-31T09:44:04.557" v="956" actId="22"/>
        <pc:sldMkLst>
          <pc:docMk/>
          <pc:sldMk cId="2298552936" sldId="261"/>
        </pc:sldMkLst>
        <pc:spChg chg="mod">
          <ac:chgData name="Eom TaeWon" userId="977696ba6fb42b8c" providerId="LiveId" clId="{75DD894A-4F48-4D6E-8644-9765BDC717B3}" dt="2026-08-31T08:18:24.717" v="626" actId="20577"/>
          <ac:spMkLst>
            <pc:docMk/>
            <pc:sldMk cId="2298552936" sldId="261"/>
            <ac:spMk id="2" creationId="{6CBE3961-B907-50C5-7FBF-8AD490A5FA2E}"/>
          </ac:spMkLst>
        </pc:spChg>
        <pc:spChg chg="mod">
          <ac:chgData name="Eom TaeWon" userId="977696ba6fb42b8c" providerId="LiveId" clId="{75DD894A-4F48-4D6E-8644-9765BDC717B3}" dt="2026-08-31T08:28:10.204" v="688"/>
          <ac:spMkLst>
            <pc:docMk/>
            <pc:sldMk cId="2298552936" sldId="261"/>
            <ac:spMk id="3" creationId="{7C9721C6-857F-C5EF-C5F8-E2E5C29A9CF2}"/>
          </ac:spMkLst>
        </pc:spChg>
        <pc:spChg chg="add del">
          <ac:chgData name="Eom TaeWon" userId="977696ba6fb42b8c" providerId="LiveId" clId="{75DD894A-4F48-4D6E-8644-9765BDC717B3}" dt="2026-08-31T09:44:04.557" v="956" actId="22"/>
          <ac:spMkLst>
            <pc:docMk/>
            <pc:sldMk cId="2298552936" sldId="261"/>
            <ac:spMk id="6" creationId="{87C4B08C-BA1D-2705-B107-E12FD50369DE}"/>
          </ac:spMkLst>
        </pc:spChg>
      </pc:sldChg>
      <pc:sldChg chg="modSp new mod">
        <pc:chgData name="Eom TaeWon" userId="977696ba6fb42b8c" providerId="LiveId" clId="{75DD894A-4F48-4D6E-8644-9765BDC717B3}" dt="2026-08-31T09:57:13.471" v="1271"/>
        <pc:sldMkLst>
          <pc:docMk/>
          <pc:sldMk cId="1513854573" sldId="262"/>
        </pc:sldMkLst>
        <pc:spChg chg="mod">
          <ac:chgData name="Eom TaeWon" userId="977696ba6fb42b8c" providerId="LiveId" clId="{75DD894A-4F48-4D6E-8644-9765BDC717B3}" dt="2026-08-31T08:18:16.722" v="615" actId="20577"/>
          <ac:spMkLst>
            <pc:docMk/>
            <pc:sldMk cId="1513854573" sldId="262"/>
            <ac:spMk id="2" creationId="{6116CB51-7198-23C8-A71E-730A0A020336}"/>
          </ac:spMkLst>
        </pc:spChg>
        <pc:spChg chg="mod">
          <ac:chgData name="Eom TaeWon" userId="977696ba6fb42b8c" providerId="LiveId" clId="{75DD894A-4F48-4D6E-8644-9765BDC717B3}" dt="2026-08-31T09:57:13.471" v="1271"/>
          <ac:spMkLst>
            <pc:docMk/>
            <pc:sldMk cId="1513854573" sldId="262"/>
            <ac:spMk id="3" creationId="{7F88CFB8-ACA0-5628-D7E0-677F448FBE03}"/>
          </ac:spMkLst>
        </pc:spChg>
      </pc:sldChg>
      <pc:sldChg chg="add del">
        <pc:chgData name="Eom TaeWon" userId="977696ba6fb42b8c" providerId="LiveId" clId="{75DD894A-4F48-4D6E-8644-9765BDC717B3}" dt="2026-08-31T08:19:31.944" v="630"/>
        <pc:sldMkLst>
          <pc:docMk/>
          <pc:sldMk cId="903483311" sldId="263"/>
        </pc:sldMkLst>
      </pc:sldChg>
      <pc:sldChg chg="addSp delSp modSp add mod modAnim">
        <pc:chgData name="Eom TaeWon" userId="977696ba6fb42b8c" providerId="LiveId" clId="{75DD894A-4F48-4D6E-8644-9765BDC717B3}" dt="2026-08-31T09:51:42.791" v="1270"/>
        <pc:sldMkLst>
          <pc:docMk/>
          <pc:sldMk cId="1737878689" sldId="263"/>
        </pc:sldMkLst>
        <pc:spChg chg="mod">
          <ac:chgData name="Eom TaeWon" userId="977696ba6fb42b8c" providerId="LiveId" clId="{75DD894A-4F48-4D6E-8644-9765BDC717B3}" dt="2026-08-31T08:19:39.379" v="646" actId="20577"/>
          <ac:spMkLst>
            <pc:docMk/>
            <pc:sldMk cId="1737878689" sldId="263"/>
            <ac:spMk id="2" creationId="{A2902611-4EAE-DFCA-77A2-2B12A821A589}"/>
          </ac:spMkLst>
        </pc:spChg>
        <pc:spChg chg="del mod">
          <ac:chgData name="Eom TaeWon" userId="977696ba6fb42b8c" providerId="LiveId" clId="{75DD894A-4F48-4D6E-8644-9765BDC717B3}" dt="2026-08-31T08:29:07.706" v="696" actId="478"/>
          <ac:spMkLst>
            <pc:docMk/>
            <pc:sldMk cId="1737878689" sldId="263"/>
            <ac:spMk id="3" creationId="{43AE881F-6D70-61F1-6A1D-2D70BFA949F9}"/>
          </ac:spMkLst>
        </pc:spChg>
        <pc:picChg chg="add mod">
          <ac:chgData name="Eom TaeWon" userId="977696ba6fb42b8c" providerId="LiveId" clId="{75DD894A-4F48-4D6E-8644-9765BDC717B3}" dt="2026-08-31T09:37:02.923" v="952" actId="1076"/>
          <ac:picMkLst>
            <pc:docMk/>
            <pc:sldMk cId="1737878689" sldId="263"/>
            <ac:picMk id="5" creationId="{FE5867CA-49EE-C418-B6B7-9A651FB11036}"/>
          </ac:picMkLst>
        </pc:picChg>
        <pc:picChg chg="add mod">
          <ac:chgData name="Eom TaeWon" userId="977696ba6fb42b8c" providerId="LiveId" clId="{75DD894A-4F48-4D6E-8644-9765BDC717B3}" dt="2026-08-31T09:32:57.924" v="949" actId="1076"/>
          <ac:picMkLst>
            <pc:docMk/>
            <pc:sldMk cId="1737878689" sldId="263"/>
            <ac:picMk id="6" creationId="{37EDAE60-7932-B18E-D8E2-CD5F4018FD2B}"/>
          </ac:picMkLst>
        </pc:picChg>
        <pc:picChg chg="add mod">
          <ac:chgData name="Eom TaeWon" userId="977696ba6fb42b8c" providerId="LiveId" clId="{75DD894A-4F48-4D6E-8644-9765BDC717B3}" dt="2026-08-31T08:29:00.637" v="692" actId="1076"/>
          <ac:picMkLst>
            <pc:docMk/>
            <pc:sldMk cId="1737878689" sldId="263"/>
            <ac:picMk id="29" creationId="{42C654DE-49A2-5A15-323C-28273CA0AF5A}"/>
          </ac:picMkLst>
        </pc:picChg>
        <pc:picChg chg="add mod">
          <ac:chgData name="Eom TaeWon" userId="977696ba6fb42b8c" providerId="LiveId" clId="{75DD894A-4F48-4D6E-8644-9765BDC717B3}" dt="2026-08-31T09:37:29.212" v="954" actId="1076"/>
          <ac:picMkLst>
            <pc:docMk/>
            <pc:sldMk cId="1737878689" sldId="263"/>
            <ac:picMk id="31" creationId="{2F383C67-3489-FA74-E2B3-56FA7B9F5666}"/>
          </ac:picMkLst>
        </pc:picChg>
      </pc:sldChg>
      <pc:sldChg chg="modSp new mod">
        <pc:chgData name="Eom TaeWon" userId="977696ba6fb42b8c" providerId="LiveId" clId="{75DD894A-4F48-4D6E-8644-9765BDC717B3}" dt="2026-08-31T09:58:51.437" v="1466" actId="20577"/>
        <pc:sldMkLst>
          <pc:docMk/>
          <pc:sldMk cId="1851502634" sldId="264"/>
        </pc:sldMkLst>
        <pc:spChg chg="mod">
          <ac:chgData name="Eom TaeWon" userId="977696ba6fb42b8c" providerId="LiveId" clId="{75DD894A-4F48-4D6E-8644-9765BDC717B3}" dt="2026-08-31T08:44:49.436" v="940" actId="6549"/>
          <ac:spMkLst>
            <pc:docMk/>
            <pc:sldMk cId="1851502634" sldId="264"/>
            <ac:spMk id="2" creationId="{1412E76F-7138-5B78-D056-3946E9CD39AB}"/>
          </ac:spMkLst>
        </pc:spChg>
        <pc:spChg chg="mod">
          <ac:chgData name="Eom TaeWon" userId="977696ba6fb42b8c" providerId="LiveId" clId="{75DD894A-4F48-4D6E-8644-9765BDC717B3}" dt="2026-08-31T09:58:51.437" v="1466" actId="20577"/>
          <ac:spMkLst>
            <pc:docMk/>
            <pc:sldMk cId="1851502634" sldId="264"/>
            <ac:spMk id="3" creationId="{192E1BFE-B14E-8286-49B7-7B97EB2FB7D7}"/>
          </ac:spMkLst>
        </pc:spChg>
      </pc:sldChg>
      <pc:sldChg chg="addSp delSp modSp new mod">
        <pc:chgData name="Eom TaeWon" userId="977696ba6fb42b8c" providerId="LiveId" clId="{75DD894A-4F48-4D6E-8644-9765BDC717B3}" dt="2026-08-31T09:49:10.383" v="1267" actId="1076"/>
        <pc:sldMkLst>
          <pc:docMk/>
          <pc:sldMk cId="3462269336" sldId="265"/>
        </pc:sldMkLst>
        <pc:spChg chg="mod">
          <ac:chgData name="Eom TaeWon" userId="977696ba6fb42b8c" providerId="LiveId" clId="{75DD894A-4F48-4D6E-8644-9765BDC717B3}" dt="2026-08-31T08:42:15.121" v="910" actId="20577"/>
          <ac:spMkLst>
            <pc:docMk/>
            <pc:sldMk cId="3462269336" sldId="265"/>
            <ac:spMk id="2" creationId="{2D82B5BC-FD52-8DEC-DFDA-2E962507F11A}"/>
          </ac:spMkLst>
        </pc:spChg>
        <pc:spChg chg="del mod">
          <ac:chgData name="Eom TaeWon" userId="977696ba6fb42b8c" providerId="LiveId" clId="{75DD894A-4F48-4D6E-8644-9765BDC717B3}" dt="2026-08-31T08:40:07.698" v="820" actId="478"/>
          <ac:spMkLst>
            <pc:docMk/>
            <pc:sldMk cId="3462269336" sldId="265"/>
            <ac:spMk id="3" creationId="{727C2462-9928-E763-7A53-1646818FC78B}"/>
          </ac:spMkLst>
        </pc:spChg>
        <pc:spChg chg="add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5" creationId="{EDAC7E61-AB09-66D5-6A50-6D5D53463C51}"/>
          </ac:spMkLst>
        </pc:spChg>
        <pc:spChg chg="add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6" creationId="{B8CE857F-9A9D-032B-CC42-E77F2A437C7A}"/>
          </ac:spMkLst>
        </pc:spChg>
        <pc:spChg chg="add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7" creationId="{4CDA5916-3932-157D-C76F-08F5F462F622}"/>
          </ac:spMkLst>
        </pc:spChg>
        <pc:spChg chg="add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10" creationId="{533CDB80-B6CF-45F5-040F-61600EF471F5}"/>
          </ac:spMkLst>
        </pc:spChg>
        <pc:spChg chg="add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13" creationId="{403F27BA-C793-2CDF-5104-670D2A1AF33B}"/>
          </ac:spMkLst>
        </pc:spChg>
        <pc:spChg chg="add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14" creationId="{4DEBCED0-9068-FAFA-BC48-9E94012557E8}"/>
          </ac:spMkLst>
        </pc:spChg>
        <pc:spChg chg="add del mod">
          <ac:chgData name="Eom TaeWon" userId="977696ba6fb42b8c" providerId="LiveId" clId="{75DD894A-4F48-4D6E-8644-9765BDC717B3}" dt="2026-08-31T09:49:10.383" v="1267" actId="1076"/>
          <ac:spMkLst>
            <pc:docMk/>
            <pc:sldMk cId="3462269336" sldId="265"/>
            <ac:spMk id="17" creationId="{63836D72-B965-B920-F412-2494570D1B20}"/>
          </ac:spMkLst>
        </pc:spChg>
        <pc:cxnChg chg="add mod">
          <ac:chgData name="Eom TaeWon" userId="977696ba6fb42b8c" providerId="LiveId" clId="{75DD894A-4F48-4D6E-8644-9765BDC717B3}" dt="2026-08-31T09:49:10.383" v="1267" actId="1076"/>
          <ac:cxnSpMkLst>
            <pc:docMk/>
            <pc:sldMk cId="3462269336" sldId="265"/>
            <ac:cxnSpMk id="9" creationId="{40566696-9950-5416-1DFD-CCAD47931EEE}"/>
          </ac:cxnSpMkLst>
        </pc:cxnChg>
        <pc:cxnChg chg="add mod">
          <ac:chgData name="Eom TaeWon" userId="977696ba6fb42b8c" providerId="LiveId" clId="{75DD894A-4F48-4D6E-8644-9765BDC717B3}" dt="2026-08-31T09:49:01.500" v="1265" actId="1076"/>
          <ac:cxnSpMkLst>
            <pc:docMk/>
            <pc:sldMk cId="3462269336" sldId="265"/>
            <ac:cxnSpMk id="11" creationId="{F87FE14B-D5F8-3604-1B86-36A2FEE4DD56}"/>
          </ac:cxnSpMkLst>
        </pc:cxnChg>
        <pc:cxnChg chg="add mod">
          <ac:chgData name="Eom TaeWon" userId="977696ba6fb42b8c" providerId="LiveId" clId="{75DD894A-4F48-4D6E-8644-9765BDC717B3}" dt="2026-08-31T09:49:10.383" v="1267" actId="1076"/>
          <ac:cxnSpMkLst>
            <pc:docMk/>
            <pc:sldMk cId="3462269336" sldId="265"/>
            <ac:cxnSpMk id="15" creationId="{D051B898-8E1B-395A-8EB1-0393C13AA404}"/>
          </ac:cxnSpMkLst>
        </pc:cxnChg>
        <pc:cxnChg chg="add mod">
          <ac:chgData name="Eom TaeWon" userId="977696ba6fb42b8c" providerId="LiveId" clId="{75DD894A-4F48-4D6E-8644-9765BDC717B3}" dt="2026-08-31T09:49:10.383" v="1267" actId="1076"/>
          <ac:cxnSpMkLst>
            <pc:docMk/>
            <pc:sldMk cId="3462269336" sldId="265"/>
            <ac:cxnSpMk id="20" creationId="{7A2097FC-2EDF-BC85-EFB2-D1FB30A94B4A}"/>
          </ac:cxnSpMkLst>
        </pc:cxnChg>
      </pc:sldChg>
    </pc:docChg>
  </pc:docChgLst>
  <pc:docChgLst>
    <pc:chgData name="Eom TaeWon" userId="977696ba6fb42b8c" providerId="LiveId" clId="{EAEF71FC-EBAA-44C0-A37C-57EF9CC41263}"/>
    <pc:docChg chg="undo custSel addSld delSld modSld">
      <pc:chgData name="Eom TaeWon" userId="977696ba6fb42b8c" providerId="LiveId" clId="{EAEF71FC-EBAA-44C0-A37C-57EF9CC41263}" dt="2026-08-31T10:57:48.412" v="941"/>
      <pc:docMkLst>
        <pc:docMk/>
      </pc:docMkLst>
      <pc:sldChg chg="modSp mod">
        <pc:chgData name="Eom TaeWon" userId="977696ba6fb42b8c" providerId="LiveId" clId="{EAEF71FC-EBAA-44C0-A37C-57EF9CC41263}" dt="2026-08-31T10:57:43.751" v="940" actId="1076"/>
        <pc:sldMkLst>
          <pc:docMk/>
          <pc:sldMk cId="1393552270" sldId="258"/>
        </pc:sldMkLst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5" creationId="{3F255809-C467-826F-0CDF-79C76DF2A93B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7" creationId="{C25B7419-42A0-7566-2383-6855B7EE06B5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9" creationId="{1516549C-125F-9472-A103-3D73DCE4F8DE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12" creationId="{DBCD140A-96D6-2847-577B-22833F0BA274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14" creationId="{87F77625-C562-B361-6473-6C15CEFF306A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16" creationId="{69B0C19E-52DA-01B2-2524-2385E1376FB9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20" creationId="{7EFCC444-E6CB-ED18-F655-47B36215F8A9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22" creationId="{B4F05110-0D9F-A618-C23B-EDA1395E67A3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23" creationId="{BD886E44-BC93-6ED8-B757-96206F160449}"/>
          </ac:spMkLst>
        </pc:spChg>
        <pc:spChg chg="mod">
          <ac:chgData name="Eom TaeWon" userId="977696ba6fb42b8c" providerId="LiveId" clId="{EAEF71FC-EBAA-44C0-A37C-57EF9CC41263}" dt="2026-08-31T10:57:43.751" v="940" actId="1076"/>
          <ac:spMkLst>
            <pc:docMk/>
            <pc:sldMk cId="1393552270" sldId="258"/>
            <ac:spMk id="24" creationId="{EFEA7B99-2AE0-C0D8-6FD9-A411D190F9DB}"/>
          </ac:spMkLst>
        </pc:spChg>
      </pc:sldChg>
      <pc:sldChg chg="addSp modSp mod modNotesTx">
        <pc:chgData name="Eom TaeWon" userId="977696ba6fb42b8c" providerId="LiveId" clId="{EAEF71FC-EBAA-44C0-A37C-57EF9CC41263}" dt="2026-08-31T10:51:25.934" v="890" actId="20577"/>
        <pc:sldMkLst>
          <pc:docMk/>
          <pc:sldMk cId="2298552936" sldId="261"/>
        </pc:sldMkLst>
        <pc:picChg chg="add mod">
          <ac:chgData name="Eom TaeWon" userId="977696ba6fb42b8c" providerId="LiveId" clId="{EAEF71FC-EBAA-44C0-A37C-57EF9CC41263}" dt="2026-08-31T10:49:26.701" v="861" actId="1076"/>
          <ac:picMkLst>
            <pc:docMk/>
            <pc:sldMk cId="2298552936" sldId="261"/>
            <ac:picMk id="6" creationId="{3F64A04F-F248-9E89-6A28-07877D7CE2D9}"/>
          </ac:picMkLst>
        </pc:picChg>
      </pc:sldChg>
      <pc:sldChg chg="addSp modSp mod">
        <pc:chgData name="Eom TaeWon" userId="977696ba6fb42b8c" providerId="LiveId" clId="{EAEF71FC-EBAA-44C0-A37C-57EF9CC41263}" dt="2026-08-31T10:49:23.815" v="859" actId="1076"/>
        <pc:sldMkLst>
          <pc:docMk/>
          <pc:sldMk cId="1513854573" sldId="262"/>
        </pc:sldMkLst>
        <pc:picChg chg="add mod">
          <ac:chgData name="Eom TaeWon" userId="977696ba6fb42b8c" providerId="LiveId" clId="{EAEF71FC-EBAA-44C0-A37C-57EF9CC41263}" dt="2026-08-31T10:49:23.815" v="859" actId="1076"/>
          <ac:picMkLst>
            <pc:docMk/>
            <pc:sldMk cId="1513854573" sldId="262"/>
            <ac:picMk id="6" creationId="{985FBB73-F613-8C8A-C435-7C22793921B9}"/>
          </ac:picMkLst>
        </pc:picChg>
      </pc:sldChg>
      <pc:sldChg chg="modAnim">
        <pc:chgData name="Eom TaeWon" userId="977696ba6fb42b8c" providerId="LiveId" clId="{EAEF71FC-EBAA-44C0-A37C-57EF9CC41263}" dt="2026-08-31T10:57:48.412" v="941"/>
        <pc:sldMkLst>
          <pc:docMk/>
          <pc:sldMk cId="1737878689" sldId="263"/>
        </pc:sldMkLst>
      </pc:sldChg>
      <pc:sldChg chg="modSp del mod">
        <pc:chgData name="Eom TaeWon" userId="977696ba6fb42b8c" providerId="LiveId" clId="{EAEF71FC-EBAA-44C0-A37C-57EF9CC41263}" dt="2026-08-31T10:56:24.614" v="939" actId="47"/>
        <pc:sldMkLst>
          <pc:docMk/>
          <pc:sldMk cId="1851502634" sldId="264"/>
        </pc:sldMkLst>
        <pc:spChg chg="mod">
          <ac:chgData name="Eom TaeWon" userId="977696ba6fb42b8c" providerId="LiveId" clId="{EAEF71FC-EBAA-44C0-A37C-57EF9CC41263}" dt="2026-08-31T10:32:26.772" v="816" actId="20577"/>
          <ac:spMkLst>
            <pc:docMk/>
            <pc:sldMk cId="1851502634" sldId="264"/>
            <ac:spMk id="3" creationId="{192E1BFE-B14E-8286-49B7-7B97EB2FB7D7}"/>
          </ac:spMkLst>
        </pc:spChg>
      </pc:sldChg>
      <pc:sldChg chg="addSp delSp modSp mod modNotesTx">
        <pc:chgData name="Eom TaeWon" userId="977696ba6fb42b8c" providerId="LiveId" clId="{EAEF71FC-EBAA-44C0-A37C-57EF9CC41263}" dt="2026-08-31T10:29:35.590" v="270" actId="1076"/>
        <pc:sldMkLst>
          <pc:docMk/>
          <pc:sldMk cId="3462269336" sldId="265"/>
        </pc:sldMkLst>
        <pc:spChg chg="mod">
          <ac:chgData name="Eom TaeWon" userId="977696ba6fb42b8c" providerId="LiveId" clId="{EAEF71FC-EBAA-44C0-A37C-57EF9CC41263}" dt="2026-08-31T10:21:26.616" v="4" actId="1076"/>
          <ac:spMkLst>
            <pc:docMk/>
            <pc:sldMk cId="3462269336" sldId="265"/>
            <ac:spMk id="5" creationId="{EDAC7E61-AB09-66D5-6A50-6D5D53463C51}"/>
          </ac:spMkLst>
        </pc:spChg>
        <pc:spChg chg="mod">
          <ac:chgData name="Eom TaeWon" userId="977696ba6fb42b8c" providerId="LiveId" clId="{EAEF71FC-EBAA-44C0-A37C-57EF9CC41263}" dt="2026-08-31T10:24:03.493" v="54" actId="1076"/>
          <ac:spMkLst>
            <pc:docMk/>
            <pc:sldMk cId="3462269336" sldId="265"/>
            <ac:spMk id="6" creationId="{B8CE857F-9A9D-032B-CC42-E77F2A437C7A}"/>
          </ac:spMkLst>
        </pc:spChg>
        <pc:spChg chg="mod">
          <ac:chgData name="Eom TaeWon" userId="977696ba6fb42b8c" providerId="LiveId" clId="{EAEF71FC-EBAA-44C0-A37C-57EF9CC41263}" dt="2026-08-31T10:24:58.027" v="63" actId="1076"/>
          <ac:spMkLst>
            <pc:docMk/>
            <pc:sldMk cId="3462269336" sldId="265"/>
            <ac:spMk id="7" creationId="{4CDA5916-3932-157D-C76F-08F5F462F622}"/>
          </ac:spMkLst>
        </pc:spChg>
        <pc:spChg chg="mod">
          <ac:chgData name="Eom TaeWon" userId="977696ba6fb42b8c" providerId="LiveId" clId="{EAEF71FC-EBAA-44C0-A37C-57EF9CC41263}" dt="2026-08-31T10:23:03.088" v="50" actId="1076"/>
          <ac:spMkLst>
            <pc:docMk/>
            <pc:sldMk cId="3462269336" sldId="265"/>
            <ac:spMk id="10" creationId="{533CDB80-B6CF-45F5-040F-61600EF471F5}"/>
          </ac:spMkLst>
        </pc:spChg>
        <pc:spChg chg="mod">
          <ac:chgData name="Eom TaeWon" userId="977696ba6fb42b8c" providerId="LiveId" clId="{EAEF71FC-EBAA-44C0-A37C-57EF9CC41263}" dt="2026-08-31T10:25:13.033" v="68" actId="20577"/>
          <ac:spMkLst>
            <pc:docMk/>
            <pc:sldMk cId="3462269336" sldId="265"/>
            <ac:spMk id="13" creationId="{403F27BA-C793-2CDF-5104-670D2A1AF33B}"/>
          </ac:spMkLst>
        </pc:spChg>
        <pc:spChg chg="mod">
          <ac:chgData name="Eom TaeWon" userId="977696ba6fb42b8c" providerId="LiveId" clId="{EAEF71FC-EBAA-44C0-A37C-57EF9CC41263}" dt="2026-08-31T10:29:35.590" v="270" actId="1076"/>
          <ac:spMkLst>
            <pc:docMk/>
            <pc:sldMk cId="3462269336" sldId="265"/>
            <ac:spMk id="14" creationId="{4DEBCED0-9068-FAFA-BC48-9E94012557E8}"/>
          </ac:spMkLst>
        </pc:spChg>
        <pc:spChg chg="mod">
          <ac:chgData name="Eom TaeWon" userId="977696ba6fb42b8c" providerId="LiveId" clId="{EAEF71FC-EBAA-44C0-A37C-57EF9CC41263}" dt="2026-08-31T10:29:30.799" v="269" actId="1076"/>
          <ac:spMkLst>
            <pc:docMk/>
            <pc:sldMk cId="3462269336" sldId="265"/>
            <ac:spMk id="17" creationId="{63836D72-B965-B920-F412-2494570D1B20}"/>
          </ac:spMkLst>
        </pc:spChg>
        <pc:spChg chg="add del mod">
          <ac:chgData name="Eom TaeWon" userId="977696ba6fb42b8c" providerId="LiveId" clId="{EAEF71FC-EBAA-44C0-A37C-57EF9CC41263}" dt="2026-08-31T10:24:40.070" v="59" actId="478"/>
          <ac:spMkLst>
            <pc:docMk/>
            <pc:sldMk cId="3462269336" sldId="265"/>
            <ac:spMk id="28" creationId="{2FF8E0D1-592F-2A81-C89D-225121A47AE0}"/>
          </ac:spMkLst>
        </pc:spChg>
        <pc:spChg chg="add mod">
          <ac:chgData name="Eom TaeWon" userId="977696ba6fb42b8c" providerId="LiveId" clId="{EAEF71FC-EBAA-44C0-A37C-57EF9CC41263}" dt="2026-08-31T10:22:58.837" v="49" actId="1076"/>
          <ac:spMkLst>
            <pc:docMk/>
            <pc:sldMk cId="3462269336" sldId="265"/>
            <ac:spMk id="42" creationId="{087F7FA8-FAE7-84C5-CCAA-6A1E6D441845}"/>
          </ac:spMkLst>
        </pc:spChg>
        <pc:spChg chg="add mod">
          <ac:chgData name="Eom TaeWon" userId="977696ba6fb42b8c" providerId="LiveId" clId="{EAEF71FC-EBAA-44C0-A37C-57EF9CC41263}" dt="2026-08-31T10:29:30.799" v="269" actId="1076"/>
          <ac:spMkLst>
            <pc:docMk/>
            <pc:sldMk cId="3462269336" sldId="265"/>
            <ac:spMk id="49" creationId="{2E270AEB-702D-ACDB-E1D8-1F4F44BD555C}"/>
          </ac:spMkLst>
        </pc:spChg>
        <pc:spChg chg="add mod">
          <ac:chgData name="Eom TaeWon" userId="977696ba6fb42b8c" providerId="LiveId" clId="{EAEF71FC-EBAA-44C0-A37C-57EF9CC41263}" dt="2026-08-31T10:27:13.385" v="114" actId="20577"/>
          <ac:spMkLst>
            <pc:docMk/>
            <pc:sldMk cId="3462269336" sldId="265"/>
            <ac:spMk id="60" creationId="{B9DF88F1-8D01-D564-C63B-4E8C5D77F7E3}"/>
          </ac:spMkLst>
        </pc:spChg>
        <pc:spChg chg="add del mod">
          <ac:chgData name="Eom TaeWon" userId="977696ba6fb42b8c" providerId="LiveId" clId="{EAEF71FC-EBAA-44C0-A37C-57EF9CC41263}" dt="2026-08-31T10:28:41.362" v="225" actId="478"/>
          <ac:spMkLst>
            <pc:docMk/>
            <pc:sldMk cId="3462269336" sldId="265"/>
            <ac:spMk id="65" creationId="{05521B10-F474-35F2-6C82-EAD58E5634DD}"/>
          </ac:spMkLst>
        </pc:spChg>
        <pc:cxnChg chg="mod">
          <ac:chgData name="Eom TaeWon" userId="977696ba6fb42b8c" providerId="LiveId" clId="{EAEF71FC-EBAA-44C0-A37C-57EF9CC41263}" dt="2026-08-31T10:22:58.837" v="49" actId="1076"/>
          <ac:cxnSpMkLst>
            <pc:docMk/>
            <pc:sldMk cId="3462269336" sldId="265"/>
            <ac:cxnSpMk id="9" creationId="{40566696-9950-5416-1DFD-CCAD47931EEE}"/>
          </ac:cxnSpMkLst>
        </pc:cxnChg>
        <pc:cxnChg chg="mod">
          <ac:chgData name="Eom TaeWon" userId="977696ba6fb42b8c" providerId="LiveId" clId="{EAEF71FC-EBAA-44C0-A37C-57EF9CC41263}" dt="2026-08-31T10:26:58.063" v="76" actId="1076"/>
          <ac:cxnSpMkLst>
            <pc:docMk/>
            <pc:sldMk cId="3462269336" sldId="265"/>
            <ac:cxnSpMk id="11" creationId="{F87FE14B-D5F8-3604-1B86-36A2FEE4DD56}"/>
          </ac:cxnSpMkLst>
        </pc:cxnChg>
        <pc:cxnChg chg="mod">
          <ac:chgData name="Eom TaeWon" userId="977696ba6fb42b8c" providerId="LiveId" clId="{EAEF71FC-EBAA-44C0-A37C-57EF9CC41263}" dt="2026-08-31T10:25:06.845" v="64" actId="1076"/>
          <ac:cxnSpMkLst>
            <pc:docMk/>
            <pc:sldMk cId="3462269336" sldId="265"/>
            <ac:cxnSpMk id="15" creationId="{D051B898-8E1B-395A-8EB1-0393C13AA404}"/>
          </ac:cxnSpMkLst>
        </pc:cxnChg>
        <pc:cxnChg chg="mod">
          <ac:chgData name="Eom TaeWon" userId="977696ba6fb42b8c" providerId="LiveId" clId="{EAEF71FC-EBAA-44C0-A37C-57EF9CC41263}" dt="2026-08-31T10:29:35.590" v="270" actId="1076"/>
          <ac:cxnSpMkLst>
            <pc:docMk/>
            <pc:sldMk cId="3462269336" sldId="265"/>
            <ac:cxnSpMk id="20" creationId="{7A2097FC-2EDF-BC85-EFB2-D1FB30A94B4A}"/>
          </ac:cxnSpMkLst>
        </pc:cxnChg>
        <pc:cxnChg chg="add mod">
          <ac:chgData name="Eom TaeWon" userId="977696ba6fb42b8c" providerId="LiveId" clId="{EAEF71FC-EBAA-44C0-A37C-57EF9CC41263}" dt="2026-08-31T10:24:58.027" v="63" actId="1076"/>
          <ac:cxnSpMkLst>
            <pc:docMk/>
            <pc:sldMk cId="3462269336" sldId="265"/>
            <ac:cxnSpMk id="47" creationId="{2D0929C2-C643-E915-56A5-E65AADFF8621}"/>
          </ac:cxnSpMkLst>
        </pc:cxnChg>
        <pc:cxnChg chg="add mod">
          <ac:chgData name="Eom TaeWon" userId="977696ba6fb42b8c" providerId="LiveId" clId="{EAEF71FC-EBAA-44C0-A37C-57EF9CC41263}" dt="2026-08-31T10:29:30.799" v="269" actId="1076"/>
          <ac:cxnSpMkLst>
            <pc:docMk/>
            <pc:sldMk cId="3462269336" sldId="265"/>
            <ac:cxnSpMk id="69" creationId="{867DF952-DBF5-75FC-EB9A-53F902296D59}"/>
          </ac:cxnSpMkLst>
        </pc:cxnChg>
      </pc:sldChg>
      <pc:sldChg chg="modSp new mod">
        <pc:chgData name="Eom TaeWon" userId="977696ba6fb42b8c" providerId="LiveId" clId="{EAEF71FC-EBAA-44C0-A37C-57EF9CC41263}" dt="2026-08-31T10:56:11.338" v="938" actId="5793"/>
        <pc:sldMkLst>
          <pc:docMk/>
          <pc:sldMk cId="579929880" sldId="266"/>
        </pc:sldMkLst>
        <pc:spChg chg="mod">
          <ac:chgData name="Eom TaeWon" userId="977696ba6fb42b8c" providerId="LiveId" clId="{EAEF71FC-EBAA-44C0-A37C-57EF9CC41263}" dt="2026-08-31T10:52:46.279" v="894"/>
          <ac:spMkLst>
            <pc:docMk/>
            <pc:sldMk cId="579929880" sldId="266"/>
            <ac:spMk id="2" creationId="{4F1089A4-DE37-2C9F-C873-725B2ABD0642}"/>
          </ac:spMkLst>
        </pc:spChg>
        <pc:spChg chg="mod">
          <ac:chgData name="Eom TaeWon" userId="977696ba6fb42b8c" providerId="LiveId" clId="{EAEF71FC-EBAA-44C0-A37C-57EF9CC41263}" dt="2026-08-31T10:56:11.338" v="938" actId="5793"/>
          <ac:spMkLst>
            <pc:docMk/>
            <pc:sldMk cId="579929880" sldId="266"/>
            <ac:spMk id="3" creationId="{591AD4C1-0A07-BB0D-692A-C5CBAB3915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ko-KR" dirty="0" err="1"/>
              <a:t>우리과</a:t>
            </a:r>
            <a:r>
              <a:rPr lang="ko-KR" altLang="ko-KR" dirty="0"/>
              <a:t> </a:t>
            </a:r>
            <a:r>
              <a:rPr lang="ko-KR" altLang="ko-KR" dirty="0" err="1"/>
              <a:t>엠티</a:t>
            </a:r>
            <a:r>
              <a:rPr lang="ko-KR" altLang="ko-KR" dirty="0"/>
              <a:t> 언제 가?</a:t>
            </a:r>
            <a:endParaRPr lang="en-US" altLang="ko-KR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ko-KR" dirty="0"/>
              <a:t>졸업하기 위해서 필요한 조건 ?</a:t>
            </a:r>
            <a:endParaRPr lang="en-US" altLang="ko-KR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ko-KR" dirty="0"/>
              <a:t>오늘 비가 </a:t>
            </a:r>
            <a:r>
              <a:rPr lang="ko-KR" altLang="ko-KR" dirty="0" err="1"/>
              <a:t>올려나</a:t>
            </a:r>
            <a:r>
              <a:rPr lang="ko-KR" altLang="ko-KR" dirty="0"/>
              <a:t> ?</a:t>
            </a:r>
            <a:endParaRPr lang="en-US" altLang="ko-KR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ko-KR" dirty="0"/>
              <a:t>자료구조 과목 어</a:t>
            </a:r>
            <a:r>
              <a:rPr lang="ko-KR" altLang="en-US" dirty="0"/>
              <a:t>때</a:t>
            </a:r>
            <a:r>
              <a:rPr lang="ko-KR" altLang="ko-KR" dirty="0"/>
              <a:t> ?</a:t>
            </a:r>
            <a:endParaRPr lang="en-US" altLang="ko-KR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ko-KR" dirty="0"/>
              <a:t>학과 동아리 뭐가 있어 ?</a:t>
            </a:r>
            <a:r>
              <a:rPr lang="en-US" altLang="ko-KR" dirty="0"/>
              <a:t> 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ko-KR" sz="1200" b="0" i="0" u="none" strike="noStrike" cap="none" dirty="0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ko-KR" sz="1200" b="0" i="0" u="none" strike="noStrike" cap="none" dirty="0" err="1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kit</a:t>
            </a:r>
            <a:r>
              <a:rPr lang="ko-KR" altLang="ko-KR" sz="1200" b="0" i="0" u="none" strike="noStrike" cap="none" dirty="0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 인증 조건 </a:t>
            </a:r>
            <a:r>
              <a:rPr lang="ko-KR" altLang="ko-KR" sz="1200" b="0" i="0" u="none" strike="noStrike" cap="none" dirty="0" err="1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어케됨</a:t>
            </a:r>
            <a:endParaRPr lang="en-US" altLang="ko-KR" sz="1200" b="0" i="0" u="none" strike="noStrike" cap="none" dirty="0">
              <a:solidFill>
                <a:schemeClr val="dk1"/>
              </a:solidFill>
              <a:effectLst/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ko-KR" altLang="ko-KR" sz="1200" b="0" i="0" u="none" strike="noStrike" cap="none" dirty="0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졸업요건과 </a:t>
            </a:r>
            <a:r>
              <a:rPr lang="ko-KR" altLang="ko-KR" sz="1200" b="0" i="0" u="none" strike="noStrike" cap="none" dirty="0" err="1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biskit</a:t>
            </a:r>
            <a:r>
              <a:rPr lang="ko-KR" altLang="ko-KR" sz="1200" b="0" i="0" u="none" strike="noStrike" cap="none" dirty="0">
                <a:solidFill>
                  <a:schemeClr val="dk1"/>
                </a:solidFill>
                <a:effectLst/>
                <a:latin typeface="Malgun Gothic"/>
                <a:ea typeface="Malgun Gothic"/>
                <a:cs typeface="Malgun Gothic"/>
                <a:sym typeface="Malgun Gothic"/>
              </a:rPr>
              <a:t> 조건에 대해 알려줘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02889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ko-KR" altLang="en-US" sz="1200" dirty="0"/>
              <a:t>후처리 재정렬 </a:t>
            </a:r>
            <a:r>
              <a:rPr lang="en-US" altLang="ko-KR" sz="1200" dirty="0"/>
              <a:t>- </a:t>
            </a:r>
            <a:r>
              <a:rPr lang="ko-KR" altLang="en-US" sz="1200" dirty="0"/>
              <a:t>중요도 가중치</a:t>
            </a:r>
            <a:r>
              <a:rPr lang="en-US" altLang="ko-KR" sz="1200" dirty="0"/>
              <a:t>, </a:t>
            </a:r>
            <a:r>
              <a:rPr lang="ko-KR" altLang="en-US" sz="1200" dirty="0"/>
              <a:t>최신순 </a:t>
            </a:r>
            <a:r>
              <a:rPr lang="ko-KR" altLang="en-US" sz="1200" dirty="0" err="1"/>
              <a:t>갓중치</a:t>
            </a:r>
            <a:r>
              <a:rPr lang="en-US" altLang="ko-KR" sz="1200" dirty="0"/>
              <a:t>, </a:t>
            </a:r>
            <a:r>
              <a:rPr lang="ko-KR" altLang="en-US" sz="1200" dirty="0"/>
              <a:t>다양성 조정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7472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5"/>
          <p:cNvSpPr/>
          <p:nvPr/>
        </p:nvSpPr>
        <p:spPr>
          <a:xfrm rot="-5400000">
            <a:off x="11029293" y="5703040"/>
            <a:ext cx="1198180" cy="1127234"/>
          </a:xfrm>
          <a:prstGeom prst="rtTriangle">
            <a:avLst/>
          </a:prstGeom>
          <a:solidFill>
            <a:srgbClr val="0070C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5"/>
          <p:cNvSpPr/>
          <p:nvPr/>
        </p:nvSpPr>
        <p:spPr>
          <a:xfrm rot="5400000">
            <a:off x="-35473" y="35473"/>
            <a:ext cx="1198180" cy="1127234"/>
          </a:xfrm>
          <a:prstGeom prst="rtTriangle">
            <a:avLst/>
          </a:prstGeom>
          <a:solidFill>
            <a:srgbClr val="0070C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5"/>
          <p:cNvSpPr/>
          <p:nvPr/>
        </p:nvSpPr>
        <p:spPr>
          <a:xfrm>
            <a:off x="412531" y="1139186"/>
            <a:ext cx="10941269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SE </a:t>
            </a:r>
            <a:r>
              <a:rPr lang="ko-KR" altLang="en-US" dirty="0" err="1"/>
              <a:t>멘토봇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ko-KR" altLang="en-US" sz="3600" dirty="0" err="1"/>
              <a:t>엄태원</a:t>
            </a:r>
            <a:r>
              <a:rPr lang="ko-KR" altLang="en-US" sz="3600" dirty="0"/>
              <a:t> 정서인 서성훈</a:t>
            </a:r>
            <a:endParaRPr sz="3600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6997149" y="294764"/>
            <a:ext cx="4893710" cy="82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lang="en-US" sz="3600" b="0" i="0" u="none" strike="noStrike" cap="none" dirty="0" err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 목차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ko-KR" altLang="en-US" dirty="0"/>
              <a:t>개발 흐름</a:t>
            </a:r>
            <a:endParaRPr lang="en-US" altLang="ko-KR" dirty="0"/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Calibri"/>
              <a:buAutoNum type="arabicPeriod"/>
            </a:pPr>
            <a:r>
              <a:rPr lang="ko-KR" altLang="en-US" dirty="0"/>
              <a:t>기능 및 </a:t>
            </a:r>
            <a:r>
              <a:rPr lang="en-US" altLang="ko-KR" dirty="0"/>
              <a:t>UI </a:t>
            </a:r>
            <a:r>
              <a:rPr lang="ko-KR" altLang="en-US" dirty="0"/>
              <a:t>소개</a:t>
            </a:r>
            <a:endParaRPr lang="en-US" altLang="ko-KR" dirty="0"/>
          </a:p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ko-KR" altLang="en-US" dirty="0"/>
              <a:t>시연</a:t>
            </a:r>
            <a:endParaRPr lang="en-US" altLang="ko-KR" dirty="0"/>
          </a:p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ko-KR" altLang="en-US" dirty="0"/>
              <a:t>한계와 개선할 사항</a:t>
            </a:r>
            <a:endParaRPr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674E00-57FD-9EFA-54D5-FCD9D034CA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C3C95-6691-F52D-4466-3389E8AD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흐름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309FE-FF7F-2D22-1EBD-E8AA70ACAB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F255809-C467-826F-0CDF-79C76DF2A93B}"/>
              </a:ext>
            </a:extLst>
          </p:cNvPr>
          <p:cNvSpPr/>
          <p:nvPr/>
        </p:nvSpPr>
        <p:spPr>
          <a:xfrm>
            <a:off x="2471792" y="2025615"/>
            <a:ext cx="1954695" cy="682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학과 공식 홈페이지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5B7419-42A0-7566-2383-6855B7EE06B5}"/>
              </a:ext>
            </a:extLst>
          </p:cNvPr>
          <p:cNvSpPr/>
          <p:nvPr/>
        </p:nvSpPr>
        <p:spPr>
          <a:xfrm>
            <a:off x="2471791" y="2999649"/>
            <a:ext cx="1954695" cy="682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 </a:t>
            </a:r>
            <a:r>
              <a:rPr lang="ko-KR" altLang="en-US" dirty="0"/>
              <a:t>보드 게시판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516549C-125F-9472-A103-3D73DCE4F8DE}"/>
              </a:ext>
            </a:extLst>
          </p:cNvPr>
          <p:cNvSpPr/>
          <p:nvPr/>
        </p:nvSpPr>
        <p:spPr>
          <a:xfrm>
            <a:off x="2471791" y="4992066"/>
            <a:ext cx="1954694" cy="682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학교 </a:t>
            </a:r>
            <a:r>
              <a:rPr lang="en-US" altLang="ko-KR" dirty="0"/>
              <a:t>Q&amp;A </a:t>
            </a:r>
            <a:r>
              <a:rPr lang="ko-KR" altLang="en-US" dirty="0"/>
              <a:t>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CD140A-96D6-2847-577B-22833F0BA274}"/>
              </a:ext>
            </a:extLst>
          </p:cNvPr>
          <p:cNvSpPr txBox="1"/>
          <p:nvPr/>
        </p:nvSpPr>
        <p:spPr>
          <a:xfrm>
            <a:off x="2471791" y="3439705"/>
            <a:ext cx="61026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900" dirty="0">
                <a:solidFill>
                  <a:schemeClr val="bg1"/>
                </a:solidFill>
              </a:rPr>
              <a:t>(24,25,26년도 공지사항)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77625-C562-B361-6473-6C15CEFF306A}"/>
              </a:ext>
            </a:extLst>
          </p:cNvPr>
          <p:cNvSpPr txBox="1"/>
          <p:nvPr/>
        </p:nvSpPr>
        <p:spPr>
          <a:xfrm>
            <a:off x="2471792" y="2454575"/>
            <a:ext cx="61026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>
                <a:solidFill>
                  <a:schemeClr val="bg1"/>
                </a:solidFill>
              </a:rPr>
              <a:t>전공소개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교육과정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교수소개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ko-KR" sz="900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B0C19E-52DA-01B2-2524-2385E1376FB9}"/>
              </a:ext>
            </a:extLst>
          </p:cNvPr>
          <p:cNvSpPr/>
          <p:nvPr/>
        </p:nvSpPr>
        <p:spPr>
          <a:xfrm>
            <a:off x="2471792" y="4020646"/>
            <a:ext cx="1954694" cy="682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에브리타임</a:t>
            </a:r>
            <a:r>
              <a:rPr lang="ko-KR" altLang="ko-KR" dirty="0"/>
              <a:t> 강의평가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FCC444-E6CB-ED18-F655-47B36215F8A9}"/>
              </a:ext>
            </a:extLst>
          </p:cNvPr>
          <p:cNvSpPr txBox="1"/>
          <p:nvPr/>
        </p:nvSpPr>
        <p:spPr>
          <a:xfrm>
            <a:off x="2510271" y="4452040"/>
            <a:ext cx="610262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dirty="0">
                <a:solidFill>
                  <a:schemeClr val="bg1"/>
                </a:solidFill>
              </a:rPr>
              <a:t>(전공 교과목만)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05110-0D9F-A618-C23B-EDA1395E67A3}"/>
              </a:ext>
            </a:extLst>
          </p:cNvPr>
          <p:cNvSpPr txBox="1"/>
          <p:nvPr/>
        </p:nvSpPr>
        <p:spPr>
          <a:xfrm>
            <a:off x="4567087" y="3124053"/>
            <a:ext cx="2160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0" i="0" dirty="0">
                <a:effectLst/>
                <a:latin typeface="Arial"/>
              </a:rPr>
              <a:t>text-embedding-3-small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886E44-BC93-6ED8-B757-96206F160449}"/>
              </a:ext>
            </a:extLst>
          </p:cNvPr>
          <p:cNvSpPr/>
          <p:nvPr/>
        </p:nvSpPr>
        <p:spPr>
          <a:xfrm>
            <a:off x="6706038" y="2916239"/>
            <a:ext cx="2227119" cy="15520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Vector DB </a:t>
            </a:r>
            <a:r>
              <a:rPr lang="ko-KR" altLang="en-US" sz="3200" dirty="0"/>
              <a:t>구축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EFEA7B99-2AE0-C0D8-6FD9-A411D190F9DB}"/>
              </a:ext>
            </a:extLst>
          </p:cNvPr>
          <p:cNvSpPr/>
          <p:nvPr/>
        </p:nvSpPr>
        <p:spPr>
          <a:xfrm>
            <a:off x="4827539" y="3493638"/>
            <a:ext cx="1364974" cy="5367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907</a:t>
            </a:r>
            <a:r>
              <a:rPr lang="ko-KR" altLang="en-US" dirty="0"/>
              <a:t>개 문서</a:t>
            </a:r>
          </a:p>
        </p:txBody>
      </p:sp>
    </p:spTree>
    <p:extLst>
      <p:ext uri="{BB962C8B-B14F-4D97-AF65-F5344CB8AC3E}">
        <p14:creationId xmlns:p14="http://schemas.microsoft.com/office/powerpoint/2010/main" val="139355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8BFB-C1CA-1359-ABB5-4F5F5D8A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02611-4EAE-DFCA-77A2-2B12A821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흐름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98F76-3C91-5A78-9B00-EC80ED5EAF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2C654DE-49A2-5A15-323C-28273CA0A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85" y="1632550"/>
            <a:ext cx="5172079" cy="179645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F383C67-3489-FA74-E2B3-56FA7B9F5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308" y="1343818"/>
            <a:ext cx="5172080" cy="25860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EDAE60-7932-B18E-D8E2-CD5F4018F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85" y="3929858"/>
            <a:ext cx="4511358" cy="22535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E5867CA-49EE-C418-B6B7-9A651FB11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14097"/>
            <a:ext cx="4224440" cy="20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669B5-E808-2438-ECEC-18782657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및 </a:t>
            </a:r>
            <a:r>
              <a:rPr lang="en-US" altLang="ko-KR" dirty="0"/>
              <a:t>UI </a:t>
            </a:r>
            <a:r>
              <a:rPr lang="ko-KR" altLang="en-US" dirty="0"/>
              <a:t>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C34E7-1DF3-5A3E-EF80-FC83F7100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16719F-5A66-3F9F-65D0-C6391436FA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E600FD-61C8-7F9D-A5D2-450DE631B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331" y="1722830"/>
            <a:ext cx="8673338" cy="437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2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73869D-8575-141A-F99A-EB83BA61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및 </a:t>
            </a:r>
            <a:r>
              <a:rPr lang="en-US" altLang="ko-KR" dirty="0"/>
              <a:t>UI </a:t>
            </a:r>
            <a:r>
              <a:rPr lang="ko-KR" altLang="en-US" dirty="0"/>
              <a:t>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5CEF76-795F-4955-FE9D-86E2F9787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3FA638-DFDF-D670-6DD5-92A91E7E42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52625B-F34C-515A-77F0-7C31DE85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347" y="1343818"/>
            <a:ext cx="7979306" cy="510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3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E3961-B907-50C5-7FBF-8AD490A5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9721C6-857F-C5EF-C5F8-E2E5C29A9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http://172.30.113.48:8080/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CF61D-345A-7BA7-368B-D7100C7ABC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64A04F-F248-9E89-6A28-07877D7CE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522" y="2518852"/>
            <a:ext cx="382005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5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2B5BC-FD52-8DEC-DFDA-2E962507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흐름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6A1D2F-CD36-C24B-4FBB-9420D4B59B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DAC7E61-AB09-66D5-6A50-6D5D53463C51}"/>
              </a:ext>
            </a:extLst>
          </p:cNvPr>
          <p:cNvSpPr/>
          <p:nvPr/>
        </p:nvSpPr>
        <p:spPr>
          <a:xfrm>
            <a:off x="642682" y="2013633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질문 입력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DA5916-3932-157D-C76F-08F5F462F622}"/>
              </a:ext>
            </a:extLst>
          </p:cNvPr>
          <p:cNvSpPr/>
          <p:nvPr/>
        </p:nvSpPr>
        <p:spPr>
          <a:xfrm>
            <a:off x="6864410" y="1995989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임베딩</a:t>
            </a:r>
            <a:r>
              <a:rPr lang="ko-KR" altLang="en-US" dirty="0"/>
              <a:t> 유사도 비교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0566696-9950-5416-1DFD-CCAD47931EEE}"/>
              </a:ext>
            </a:extLst>
          </p:cNvPr>
          <p:cNvCxnSpPr>
            <a:cxnSpLocks/>
            <a:stCxn id="5" idx="3"/>
            <a:endCxn id="42" idx="1"/>
          </p:cNvCxnSpPr>
          <p:nvPr/>
        </p:nvCxnSpPr>
        <p:spPr>
          <a:xfrm>
            <a:off x="2408177" y="2380981"/>
            <a:ext cx="1480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3CDB80-B6CF-45F5-040F-61600EF471F5}"/>
              </a:ext>
            </a:extLst>
          </p:cNvPr>
          <p:cNvSpPr txBox="1"/>
          <p:nvPr/>
        </p:nvSpPr>
        <p:spPr>
          <a:xfrm>
            <a:off x="2350198" y="2194792"/>
            <a:ext cx="15969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OpenAI</a:t>
            </a:r>
          </a:p>
          <a:p>
            <a:pPr algn="ctr"/>
            <a:r>
              <a:rPr lang="ko-KR" altLang="ko-KR" sz="1050" dirty="0"/>
              <a:t>text-embedding-3-small</a:t>
            </a:r>
            <a:endParaRPr lang="ko-KR" altLang="en-US" sz="105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3F27BA-C793-2CDF-5104-670D2A1AF33B}"/>
              </a:ext>
            </a:extLst>
          </p:cNvPr>
          <p:cNvSpPr/>
          <p:nvPr/>
        </p:nvSpPr>
        <p:spPr>
          <a:xfrm>
            <a:off x="9555148" y="2013632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Top-100 </a:t>
            </a:r>
            <a:r>
              <a:rPr lang="ko-KR" altLang="en-US" dirty="0"/>
              <a:t>추출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051B898-8E1B-395A-8EB1-0393C13AA404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8629905" y="2363337"/>
            <a:ext cx="925243" cy="17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836D72-B965-B920-F412-2494570D1B20}"/>
              </a:ext>
            </a:extLst>
          </p:cNvPr>
          <p:cNvSpPr/>
          <p:nvPr/>
        </p:nvSpPr>
        <p:spPr>
          <a:xfrm>
            <a:off x="6906905" y="3922432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프롬프트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E857F-9A9D-032B-CC42-E77F2A437C7A}"/>
              </a:ext>
            </a:extLst>
          </p:cNvPr>
          <p:cNvSpPr txBox="1"/>
          <p:nvPr/>
        </p:nvSpPr>
        <p:spPr>
          <a:xfrm>
            <a:off x="4353529" y="2733671"/>
            <a:ext cx="1295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gpt-4o-mini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7FE14B-D5F8-3604-1B86-36A2FEE4DD56}"/>
              </a:ext>
            </a:extLst>
          </p:cNvPr>
          <p:cNvCxnSpPr>
            <a:cxnSpLocks/>
            <a:stCxn id="13" idx="2"/>
            <a:endCxn id="60" idx="0"/>
          </p:cNvCxnSpPr>
          <p:nvPr/>
        </p:nvCxnSpPr>
        <p:spPr>
          <a:xfrm flipH="1">
            <a:off x="10437895" y="2748327"/>
            <a:ext cx="1" cy="1174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DEBCED0-9068-FAFA-BC48-9E94012557E8}"/>
              </a:ext>
            </a:extLst>
          </p:cNvPr>
          <p:cNvSpPr/>
          <p:nvPr/>
        </p:nvSpPr>
        <p:spPr>
          <a:xfrm>
            <a:off x="3817289" y="3922432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답변 생성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A2097FC-2EDF-BC85-EFB2-D1FB30A94B4A}"/>
              </a:ext>
            </a:extLst>
          </p:cNvPr>
          <p:cNvCxnSpPr>
            <a:stCxn id="17" idx="1"/>
            <a:endCxn id="14" idx="3"/>
          </p:cNvCxnSpPr>
          <p:nvPr/>
        </p:nvCxnSpPr>
        <p:spPr>
          <a:xfrm flipH="1">
            <a:off x="5582784" y="4289780"/>
            <a:ext cx="1324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87F7FA8-FAE7-84C5-CCAA-6A1E6D441845}"/>
              </a:ext>
            </a:extLst>
          </p:cNvPr>
          <p:cNvSpPr/>
          <p:nvPr/>
        </p:nvSpPr>
        <p:spPr>
          <a:xfrm>
            <a:off x="3889132" y="2013633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검색 </a:t>
            </a:r>
            <a:r>
              <a:rPr lang="ko-KR" altLang="en-US" dirty="0" err="1"/>
              <a:t>계획기</a:t>
            </a:r>
            <a:endParaRPr lang="ko-KR" altLang="en-US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D0929C2-C643-E915-56A5-E65AADFF8621}"/>
              </a:ext>
            </a:extLst>
          </p:cNvPr>
          <p:cNvCxnSpPr>
            <a:cxnSpLocks/>
            <a:stCxn id="42" idx="3"/>
            <a:endCxn id="7" idx="1"/>
          </p:cNvCxnSpPr>
          <p:nvPr/>
        </p:nvCxnSpPr>
        <p:spPr>
          <a:xfrm flipV="1">
            <a:off x="5654627" y="2363337"/>
            <a:ext cx="1209783" cy="17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E270AEB-702D-ACDB-E1D8-1F4F44BD555C}"/>
              </a:ext>
            </a:extLst>
          </p:cNvPr>
          <p:cNvSpPr txBox="1"/>
          <p:nvPr/>
        </p:nvSpPr>
        <p:spPr>
          <a:xfrm>
            <a:off x="5650623" y="3987919"/>
            <a:ext cx="1295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gpt-4o-mini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9DF88F1-8D01-D564-C63B-4E8C5D77F7E3}"/>
              </a:ext>
            </a:extLst>
          </p:cNvPr>
          <p:cNvSpPr/>
          <p:nvPr/>
        </p:nvSpPr>
        <p:spPr>
          <a:xfrm>
            <a:off x="9555147" y="3922432"/>
            <a:ext cx="1765495" cy="734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후처리로 재정렬</a:t>
            </a:r>
            <a:endParaRPr lang="en-US" altLang="ko-KR" dirty="0"/>
          </a:p>
          <a:p>
            <a:pPr algn="ctr"/>
            <a:r>
              <a:rPr lang="en-US" altLang="ko-KR" dirty="0"/>
              <a:t>Top-5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521B10-F474-35F2-6C82-EAD58E5634DD}"/>
              </a:ext>
            </a:extLst>
          </p:cNvPr>
          <p:cNvSpPr txBox="1"/>
          <p:nvPr/>
        </p:nvSpPr>
        <p:spPr>
          <a:xfrm>
            <a:off x="9790147" y="3046838"/>
            <a:ext cx="129549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/>
              <a:t>중요도 가중치</a:t>
            </a:r>
            <a:endParaRPr lang="en-US" altLang="ko-KR" sz="1050" dirty="0"/>
          </a:p>
          <a:p>
            <a:pPr algn="ctr"/>
            <a:r>
              <a:rPr lang="ko-KR" altLang="en-US" sz="1050" dirty="0"/>
              <a:t>최신순 </a:t>
            </a:r>
            <a:r>
              <a:rPr lang="ko-KR" altLang="en-US" sz="1050" dirty="0" err="1"/>
              <a:t>갓중치</a:t>
            </a:r>
            <a:endParaRPr lang="en-US" altLang="ko-KR" sz="1050" dirty="0"/>
          </a:p>
          <a:p>
            <a:pPr algn="ctr"/>
            <a:r>
              <a:rPr lang="ko-KR" altLang="en-US" sz="1050" dirty="0"/>
              <a:t>다양성 조정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67DF952-DBF5-75FC-EB9A-53F902296D59}"/>
              </a:ext>
            </a:extLst>
          </p:cNvPr>
          <p:cNvCxnSpPr>
            <a:stCxn id="60" idx="1"/>
            <a:endCxn id="17" idx="3"/>
          </p:cNvCxnSpPr>
          <p:nvPr/>
        </p:nvCxnSpPr>
        <p:spPr>
          <a:xfrm flipH="1">
            <a:off x="8672400" y="4289780"/>
            <a:ext cx="882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26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089A4-DE37-2C9F-C873-725B2ABD0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한계와 개선할 사항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1AD4C1-0A07-BB0D-692A-C5CBAB391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0431"/>
            <a:ext cx="10515600" cy="5036532"/>
          </a:xfrm>
        </p:spPr>
        <p:txBody>
          <a:bodyPr>
            <a:normAutofit/>
          </a:bodyPr>
          <a:lstStyle/>
          <a:p>
            <a:endParaRPr lang="en-US" altLang="ko-KR" sz="2000" b="1" dirty="0"/>
          </a:p>
          <a:p>
            <a:pPr marL="114300" indent="0">
              <a:buNone/>
            </a:pPr>
            <a:r>
              <a:rPr lang="ko-KR" altLang="ko-KR" sz="2000" b="1" dirty="0"/>
              <a:t>한계</a:t>
            </a:r>
          </a:p>
          <a:p>
            <a:pPr lvl="0"/>
            <a:r>
              <a:rPr lang="ko-KR" altLang="ko-KR" sz="2000" dirty="0"/>
              <a:t>실시간 업데이트 미지원 → 새 공지가 올라와도 </a:t>
            </a:r>
            <a:r>
              <a:rPr lang="ko-KR" altLang="ko-KR" sz="2000" dirty="0" err="1"/>
              <a:t>재수집</a:t>
            </a:r>
            <a:r>
              <a:rPr lang="ko-KR" altLang="ko-KR" sz="2000" dirty="0"/>
              <a:t> 전까지는 반영되지 않음 </a:t>
            </a:r>
          </a:p>
          <a:p>
            <a:pPr lvl="0"/>
            <a:r>
              <a:rPr lang="ko-KR" altLang="ko-KR" sz="2000" dirty="0"/>
              <a:t>지나치게 세부적이고 구체적인 질문은 매칭되는 문서가 없어 답변하지 못함 </a:t>
            </a:r>
          </a:p>
          <a:p>
            <a:endParaRPr lang="en-US" altLang="ko-KR" sz="2000" b="1" dirty="0"/>
          </a:p>
          <a:p>
            <a:pPr marL="114300" indent="0">
              <a:buNone/>
            </a:pPr>
            <a:r>
              <a:rPr lang="ko-KR" altLang="ko-KR" sz="2000" b="1" dirty="0"/>
              <a:t>개선 방향</a:t>
            </a:r>
          </a:p>
          <a:p>
            <a:pPr lvl="0"/>
            <a:r>
              <a:rPr lang="ko-KR" altLang="ko-KR" sz="2000" dirty="0"/>
              <a:t>데이터 범위 확장 → SE 게시판 자유게시판, 학교 공지사항까지 </a:t>
            </a:r>
          </a:p>
          <a:p>
            <a:pPr lvl="0"/>
            <a:r>
              <a:rPr lang="ko-KR" altLang="ko-KR" sz="2000" dirty="0" err="1"/>
              <a:t>멀티모달</a:t>
            </a:r>
            <a:r>
              <a:rPr lang="ko-KR" altLang="ko-KR" sz="2000" dirty="0"/>
              <a:t> 자료 반영 → 이미지는 텍스트 변환 완료, 첨부파일(PDF 등)까지 확장 </a:t>
            </a:r>
          </a:p>
          <a:p>
            <a:pPr lvl="0"/>
            <a:r>
              <a:rPr lang="ko-KR" altLang="ko-KR" sz="2000" dirty="0"/>
              <a:t>캐시 전략으로 자주 묻는 질문 즉시 응답</a:t>
            </a:r>
          </a:p>
          <a:p>
            <a:endParaRPr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791EE-73DB-CC2C-28A4-C5B725DD75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2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6CB51-7198-23C8-A71E-730A0A02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88CFB8-ACA0-5628-D7E0-677F448FB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altLang="ko-KR" dirty="0"/>
              <a:t>http://172.30.113.48:8080/</a:t>
            </a:r>
            <a:endParaRPr lang="ko-KR" altLang="en-US" dirty="0"/>
          </a:p>
          <a:p>
            <a:pPr marL="11430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43BD8A-C9D5-4495-2FDB-EAB6BC80B4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5FBB73-F613-8C8A-C435-7C2279392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43" y="2432151"/>
            <a:ext cx="382005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5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219</Words>
  <Application>Microsoft Office PowerPoint</Application>
  <PresentationFormat>와이드스크린</PresentationFormat>
  <Paragraphs>70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테마</vt:lpstr>
      <vt:lpstr>SE 멘토봇</vt:lpstr>
      <vt:lpstr>  목차</vt:lpstr>
      <vt:lpstr>개발 흐름</vt:lpstr>
      <vt:lpstr>개발 흐름</vt:lpstr>
      <vt:lpstr>기능 및 UI 소개</vt:lpstr>
      <vt:lpstr>기능 및 UI 소개</vt:lpstr>
      <vt:lpstr>시연</vt:lpstr>
      <vt:lpstr>전체 흐름</vt:lpstr>
      <vt:lpstr>한계와 개선할 사항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TaeWon Eom</dc:creator>
  <cp:lastModifiedBy>Eom TaeWon</cp:lastModifiedBy>
  <cp:revision>2</cp:revision>
  <dcterms:created xsi:type="dcterms:W3CDTF">2022-09-13T08:19:23Z</dcterms:created>
  <dcterms:modified xsi:type="dcterms:W3CDTF">2026-08-31T10:57:55Z</dcterms:modified>
</cp:coreProperties>
</file>