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1" r:id="rId4"/>
    <p:sldId id="258" r:id="rId5"/>
    <p:sldId id="260" r:id="rId6"/>
    <p:sldId id="262" r:id="rId7"/>
    <p:sldId id="263" r:id="rId8"/>
    <p:sldId id="259" r:id="rId9"/>
    <p:sldId id="265" r:id="rId10"/>
    <p:sldId id="264" r:id="rId11"/>
    <p:sldId id="267" r:id="rId12"/>
    <p:sldId id="269" r:id="rId13"/>
    <p:sldId id="268" r:id="rId14"/>
    <p:sldId id="266" r:id="rId15"/>
    <p:sldId id="270" r:id="rId16"/>
    <p:sldId id="273" r:id="rId17"/>
    <p:sldId id="272" r:id="rId18"/>
    <p:sldId id="271" r:id="rId19"/>
    <p:sldId id="275" r:id="rId20"/>
    <p:sldId id="274" r:id="rId21"/>
    <p:sldId id="27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MFs2DlZS9oCWo1nq7+jQbTbl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C3E4D7-E6C2-4412-892A-BA81D10892E3}" v="70" dt="2026-07-18T05:42:35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om TaeWon" userId="977696ba6fb42b8c" providerId="LiveId" clId="{75DD894A-4F48-4D6E-8644-9765BDC717B3}"/>
    <pc:docChg chg="undo custSel addSld delSld modSld sldOrd">
      <pc:chgData name="Eom TaeWon" userId="977696ba6fb42b8c" providerId="LiveId" clId="{75DD894A-4F48-4D6E-8644-9765BDC717B3}" dt="2026-07-18T05:42:36.585" v="1926" actId="47"/>
      <pc:docMkLst>
        <pc:docMk/>
      </pc:docMkLst>
      <pc:sldChg chg="modSp mod">
        <pc:chgData name="Eom TaeWon" userId="977696ba6fb42b8c" providerId="LiveId" clId="{75DD894A-4F48-4D6E-8644-9765BDC717B3}" dt="2026-07-15T07:37:50.221" v="48" actId="20577"/>
        <pc:sldMkLst>
          <pc:docMk/>
          <pc:sldMk cId="0" sldId="256"/>
        </pc:sldMkLst>
        <pc:spChg chg="mod">
          <ac:chgData name="Eom TaeWon" userId="977696ba6fb42b8c" providerId="LiveId" clId="{75DD894A-4F48-4D6E-8644-9765BDC717B3}" dt="2026-07-15T07:37:39.054" v="42" actId="1076"/>
          <ac:spMkLst>
            <pc:docMk/>
            <pc:sldMk cId="0" sldId="256"/>
            <ac:spMk id="89" creationId="{00000000-0000-0000-0000-000000000000}"/>
          </ac:spMkLst>
        </pc:spChg>
        <pc:spChg chg="mod">
          <ac:chgData name="Eom TaeWon" userId="977696ba6fb42b8c" providerId="LiveId" clId="{75DD894A-4F48-4D6E-8644-9765BDC717B3}" dt="2026-07-15T07:37:50.221" v="48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Eom TaeWon" userId="977696ba6fb42b8c" providerId="LiveId" clId="{75DD894A-4F48-4D6E-8644-9765BDC717B3}" dt="2026-07-15T07:36:53.069" v="21" actId="20577"/>
          <ac:spMkLst>
            <pc:docMk/>
            <pc:sldMk cId="0" sldId="256"/>
            <ac:spMk id="92" creationId="{00000000-0000-0000-0000-000000000000}"/>
          </ac:spMkLst>
        </pc:spChg>
      </pc:sldChg>
      <pc:sldChg chg="addSp delSp modSp mod">
        <pc:chgData name="Eom TaeWon" userId="977696ba6fb42b8c" providerId="LiveId" clId="{75DD894A-4F48-4D6E-8644-9765BDC717B3}" dt="2026-07-18T05:18:24.192" v="1896" actId="14734"/>
        <pc:sldMkLst>
          <pc:docMk/>
          <pc:sldMk cId="0" sldId="257"/>
        </pc:sldMkLst>
        <pc:spChg chg="add mod">
          <ac:chgData name="Eom TaeWon" userId="977696ba6fb42b8c" providerId="LiveId" clId="{75DD894A-4F48-4D6E-8644-9765BDC717B3}" dt="2026-07-15T07:40:34.877" v="115" actId="20577"/>
          <ac:spMkLst>
            <pc:docMk/>
            <pc:sldMk cId="0" sldId="257"/>
            <ac:spMk id="10" creationId="{3C6C66D0-FB5E-9D25-A368-A71364820865}"/>
          </ac:spMkLst>
        </pc:spChg>
        <pc:spChg chg="add mod">
          <ac:chgData name="Eom TaeWon" userId="977696ba6fb42b8c" providerId="LiveId" clId="{75DD894A-4F48-4D6E-8644-9765BDC717B3}" dt="2026-07-15T07:40:38.256" v="134" actId="20577"/>
          <ac:spMkLst>
            <pc:docMk/>
            <pc:sldMk cId="0" sldId="257"/>
            <ac:spMk id="12" creationId="{7E476948-564B-FFE3-B11E-8AF051A0D919}"/>
          </ac:spMkLst>
        </pc:spChg>
        <pc:spChg chg="add mod">
          <ac:chgData name="Eom TaeWon" userId="977696ba6fb42b8c" providerId="LiveId" clId="{75DD894A-4F48-4D6E-8644-9765BDC717B3}" dt="2026-07-15T07:40:42.065" v="149" actId="20577"/>
          <ac:spMkLst>
            <pc:docMk/>
            <pc:sldMk cId="0" sldId="257"/>
            <ac:spMk id="14" creationId="{27012C3F-61E9-EB57-05A6-07D294361E7C}"/>
          </ac:spMkLst>
        </pc:spChg>
        <pc:spChg chg="add mod">
          <ac:chgData name="Eom TaeWon" userId="977696ba6fb42b8c" providerId="LiveId" clId="{75DD894A-4F48-4D6E-8644-9765BDC717B3}" dt="2026-07-15T07:40:49.449" v="176" actId="20577"/>
          <ac:spMkLst>
            <pc:docMk/>
            <pc:sldMk cId="0" sldId="257"/>
            <ac:spMk id="16" creationId="{45734F01-E2EB-83CF-2E3E-02592B1A2460}"/>
          </ac:spMkLst>
        </pc:spChg>
        <pc:spChg chg="mod">
          <ac:chgData name="Eom TaeWon" userId="977696ba6fb42b8c" providerId="LiveId" clId="{75DD894A-4F48-4D6E-8644-9765BDC717B3}" dt="2026-07-15T07:40:54.633" v="188" actId="20577"/>
          <ac:spMkLst>
            <pc:docMk/>
            <pc:sldMk cId="0" sldId="257"/>
            <ac:spMk id="97" creationId="{00000000-0000-0000-0000-000000000000}"/>
          </ac:spMkLst>
        </pc:spChg>
        <pc:graphicFrameChg chg="add mod modGraphic">
          <ac:chgData name="Eom TaeWon" userId="977696ba6fb42b8c" providerId="LiveId" clId="{75DD894A-4F48-4D6E-8644-9765BDC717B3}" dt="2026-07-18T05:18:24.192" v="1896" actId="14734"/>
          <ac:graphicFrameMkLst>
            <pc:docMk/>
            <pc:sldMk cId="0" sldId="257"/>
            <ac:graphicFrameMk id="9" creationId="{A9F628C3-B1E7-46FD-3E08-5DCE776DC931}"/>
          </ac:graphicFrameMkLst>
        </pc:graphicFrameChg>
        <pc:cxnChg chg="add">
          <ac:chgData name="Eom TaeWon" userId="977696ba6fb42b8c" providerId="LiveId" clId="{75DD894A-4F48-4D6E-8644-9765BDC717B3}" dt="2026-07-15T07:41:47.894" v="191" actId="11529"/>
          <ac:cxnSpMkLst>
            <pc:docMk/>
            <pc:sldMk cId="0" sldId="257"/>
            <ac:cxnSpMk id="18" creationId="{127B6EAB-CDFD-25C8-8F02-9F60E72B177F}"/>
          </ac:cxnSpMkLst>
        </pc:cxnChg>
        <pc:cxnChg chg="add">
          <ac:chgData name="Eom TaeWon" userId="977696ba6fb42b8c" providerId="LiveId" clId="{75DD894A-4F48-4D6E-8644-9765BDC717B3}" dt="2026-07-15T07:41:52.476" v="192" actId="11529"/>
          <ac:cxnSpMkLst>
            <pc:docMk/>
            <pc:sldMk cId="0" sldId="257"/>
            <ac:cxnSpMk id="20" creationId="{B99800C1-57D9-4DD7-B640-46FEBA6DA2EE}"/>
          </ac:cxnSpMkLst>
        </pc:cxnChg>
        <pc:cxnChg chg="add">
          <ac:chgData name="Eom TaeWon" userId="977696ba6fb42b8c" providerId="LiveId" clId="{75DD894A-4F48-4D6E-8644-9765BDC717B3}" dt="2026-07-15T07:41:55.648" v="193" actId="11529"/>
          <ac:cxnSpMkLst>
            <pc:docMk/>
            <pc:sldMk cId="0" sldId="257"/>
            <ac:cxnSpMk id="22" creationId="{29A38B91-B82F-9D07-D34F-4156E8728CC5}"/>
          </ac:cxnSpMkLst>
        </pc:cxnChg>
      </pc:sldChg>
      <pc:sldChg chg="addSp delSp modSp mod">
        <pc:chgData name="Eom TaeWon" userId="977696ba6fb42b8c" providerId="LiveId" clId="{75DD894A-4F48-4D6E-8644-9765BDC717B3}" dt="2026-07-18T05:22:59.948" v="1898" actId="14734"/>
        <pc:sldMkLst>
          <pc:docMk/>
          <pc:sldMk cId="2974411598" sldId="258"/>
        </pc:sldMkLst>
        <pc:spChg chg="mod">
          <ac:chgData name="Eom TaeWon" userId="977696ba6fb42b8c" providerId="LiveId" clId="{75DD894A-4F48-4D6E-8644-9765BDC717B3}" dt="2026-07-15T07:47:26.924" v="446" actId="20577"/>
          <ac:spMkLst>
            <pc:docMk/>
            <pc:sldMk cId="2974411598" sldId="258"/>
            <ac:spMk id="2" creationId="{90FEAD82-09A6-8BAC-FE66-C5350CEB4FBF}"/>
          </ac:spMkLst>
        </pc:spChg>
        <pc:spChg chg="add mod">
          <ac:chgData name="Eom TaeWon" userId="977696ba6fb42b8c" providerId="LiveId" clId="{75DD894A-4F48-4D6E-8644-9765BDC717B3}" dt="2026-07-15T07:47:35.112" v="448" actId="1076"/>
          <ac:spMkLst>
            <pc:docMk/>
            <pc:sldMk cId="2974411598" sldId="258"/>
            <ac:spMk id="31" creationId="{0CC5689D-96F2-C307-2707-8C8A98933114}"/>
          </ac:spMkLst>
        </pc:spChg>
        <pc:spChg chg="add mod">
          <ac:chgData name="Eom TaeWon" userId="977696ba6fb42b8c" providerId="LiveId" clId="{75DD894A-4F48-4D6E-8644-9765BDC717B3}" dt="2026-07-15T07:49:05.204" v="525" actId="20577"/>
          <ac:spMkLst>
            <pc:docMk/>
            <pc:sldMk cId="2974411598" sldId="258"/>
            <ac:spMk id="33" creationId="{F43155A8-F31F-4499-811D-DB690CE376B0}"/>
          </ac:spMkLst>
        </pc:spChg>
        <pc:spChg chg="add mod">
          <ac:chgData name="Eom TaeWon" userId="977696ba6fb42b8c" providerId="LiveId" clId="{75DD894A-4F48-4D6E-8644-9765BDC717B3}" dt="2026-07-15T07:50:12.922" v="536" actId="1076"/>
          <ac:spMkLst>
            <pc:docMk/>
            <pc:sldMk cId="2974411598" sldId="258"/>
            <ac:spMk id="36" creationId="{76EC1BFE-E119-E959-256E-F6DBB844B38A}"/>
          </ac:spMkLst>
        </pc:spChg>
        <pc:spChg chg="add mod">
          <ac:chgData name="Eom TaeWon" userId="977696ba6fb42b8c" providerId="LiveId" clId="{75DD894A-4F48-4D6E-8644-9765BDC717B3}" dt="2026-07-15T07:50:15.262" v="537" actId="1076"/>
          <ac:spMkLst>
            <pc:docMk/>
            <pc:sldMk cId="2974411598" sldId="258"/>
            <ac:spMk id="38" creationId="{56265289-F203-8E01-D427-CF895045DB65}"/>
          </ac:spMkLst>
        </pc:spChg>
        <pc:spChg chg="add mod">
          <ac:chgData name="Eom TaeWon" userId="977696ba6fb42b8c" providerId="LiveId" clId="{75DD894A-4F48-4D6E-8644-9765BDC717B3}" dt="2026-07-15T07:50:17.918" v="538" actId="1076"/>
          <ac:spMkLst>
            <pc:docMk/>
            <pc:sldMk cId="2974411598" sldId="258"/>
            <ac:spMk id="40" creationId="{13593C97-68F3-C88F-4DAF-62FF94AD1A4B}"/>
          </ac:spMkLst>
        </pc:spChg>
        <pc:spChg chg="add mod">
          <ac:chgData name="Eom TaeWon" userId="977696ba6fb42b8c" providerId="LiveId" clId="{75DD894A-4F48-4D6E-8644-9765BDC717B3}" dt="2026-07-15T07:50:27.357" v="542" actId="20577"/>
          <ac:spMkLst>
            <pc:docMk/>
            <pc:sldMk cId="2974411598" sldId="258"/>
            <ac:spMk id="42" creationId="{C1190574-43CE-6871-8E92-1C6C85A81301}"/>
          </ac:spMkLst>
        </pc:spChg>
        <pc:spChg chg="add mod">
          <ac:chgData name="Eom TaeWon" userId="977696ba6fb42b8c" providerId="LiveId" clId="{75DD894A-4F48-4D6E-8644-9765BDC717B3}" dt="2026-07-15T07:51:20.436" v="550" actId="1076"/>
          <ac:spMkLst>
            <pc:docMk/>
            <pc:sldMk cId="2974411598" sldId="258"/>
            <ac:spMk id="44" creationId="{D17526F0-DAF9-05E6-91EE-E616B8DE776D}"/>
          </ac:spMkLst>
        </pc:spChg>
        <pc:graphicFrameChg chg="add mod modGraphic">
          <ac:chgData name="Eom TaeWon" userId="977696ba6fb42b8c" providerId="LiveId" clId="{75DD894A-4F48-4D6E-8644-9765BDC717B3}" dt="2026-07-18T05:22:59.948" v="1898" actId="14734"/>
          <ac:graphicFrameMkLst>
            <pc:docMk/>
            <pc:sldMk cId="2974411598" sldId="258"/>
            <ac:graphicFrameMk id="34" creationId="{58A3CDE5-3590-698F-217A-911C224466FD}"/>
          </ac:graphicFrameMkLst>
        </pc:graphicFrameChg>
        <pc:cxnChg chg="add">
          <ac:chgData name="Eom TaeWon" userId="977696ba6fb42b8c" providerId="LiveId" clId="{75DD894A-4F48-4D6E-8644-9765BDC717B3}" dt="2026-07-15T07:51:27.060" v="551" actId="11529"/>
          <ac:cxnSpMkLst>
            <pc:docMk/>
            <pc:sldMk cId="2974411598" sldId="258"/>
            <ac:cxnSpMk id="46" creationId="{03308B9F-4046-BB9B-5D7E-ACCCADA65994}"/>
          </ac:cxnSpMkLst>
        </pc:cxnChg>
        <pc:cxnChg chg="add mod">
          <ac:chgData name="Eom TaeWon" userId="977696ba6fb42b8c" providerId="LiveId" clId="{75DD894A-4F48-4D6E-8644-9765BDC717B3}" dt="2026-07-15T07:51:30.374" v="553" actId="1076"/>
          <ac:cxnSpMkLst>
            <pc:docMk/>
            <pc:sldMk cId="2974411598" sldId="258"/>
            <ac:cxnSpMk id="47" creationId="{C2F277EC-A10E-FFB1-78C3-9093F7C940CF}"/>
          </ac:cxnSpMkLst>
        </pc:cxnChg>
        <pc:cxnChg chg="add mod">
          <ac:chgData name="Eom TaeWon" userId="977696ba6fb42b8c" providerId="LiveId" clId="{75DD894A-4F48-4D6E-8644-9765BDC717B3}" dt="2026-07-15T07:51:32.834" v="555" actId="1076"/>
          <ac:cxnSpMkLst>
            <pc:docMk/>
            <pc:sldMk cId="2974411598" sldId="258"/>
            <ac:cxnSpMk id="48" creationId="{DFCBA26E-E7F3-72F5-6FEB-EFB961D67B9A}"/>
          </ac:cxnSpMkLst>
        </pc:cxnChg>
        <pc:cxnChg chg="add mod">
          <ac:chgData name="Eom TaeWon" userId="977696ba6fb42b8c" providerId="LiveId" clId="{75DD894A-4F48-4D6E-8644-9765BDC717B3}" dt="2026-07-15T07:51:36.539" v="558" actId="14100"/>
          <ac:cxnSpMkLst>
            <pc:docMk/>
            <pc:sldMk cId="2974411598" sldId="258"/>
            <ac:cxnSpMk id="49" creationId="{CD4FF034-9123-E0E1-8B2F-C5F5899B8D81}"/>
          </ac:cxnSpMkLst>
        </pc:cxnChg>
      </pc:sldChg>
      <pc:sldChg chg="addSp modSp mod">
        <pc:chgData name="Eom TaeWon" userId="977696ba6fb42b8c" providerId="LiveId" clId="{75DD894A-4F48-4D6E-8644-9765BDC717B3}" dt="2026-07-18T02:19:49.220" v="1817" actId="1076"/>
        <pc:sldMkLst>
          <pc:docMk/>
          <pc:sldMk cId="516329133" sldId="259"/>
        </pc:sldMkLst>
        <pc:picChg chg="add mod">
          <ac:chgData name="Eom TaeWon" userId="977696ba6fb42b8c" providerId="LiveId" clId="{75DD894A-4F48-4D6E-8644-9765BDC717B3}" dt="2026-07-18T02:19:49.220" v="1817" actId="1076"/>
          <ac:picMkLst>
            <pc:docMk/>
            <pc:sldMk cId="516329133" sldId="259"/>
            <ac:picMk id="6" creationId="{C72D97E7-1A3A-50DB-E2BA-BB4E7AB12782}"/>
          </ac:picMkLst>
        </pc:picChg>
      </pc:sldChg>
      <pc:sldChg chg="addSp delSp modSp mod">
        <pc:chgData name="Eom TaeWon" userId="977696ba6fb42b8c" providerId="LiveId" clId="{75DD894A-4F48-4D6E-8644-9765BDC717B3}" dt="2026-07-15T07:57:23.934" v="825" actId="1076"/>
        <pc:sldMkLst>
          <pc:docMk/>
          <pc:sldMk cId="1274012177" sldId="260"/>
        </pc:sldMkLst>
        <pc:spChg chg="mod">
          <ac:chgData name="Eom TaeWon" userId="977696ba6fb42b8c" providerId="LiveId" clId="{75DD894A-4F48-4D6E-8644-9765BDC717B3}" dt="2026-07-15T07:52:47.529" v="587" actId="20577"/>
          <ac:spMkLst>
            <pc:docMk/>
            <pc:sldMk cId="1274012177" sldId="260"/>
            <ac:spMk id="2" creationId="{857D996B-2522-062A-EF84-8DC9A23E7452}"/>
          </ac:spMkLst>
        </pc:spChg>
        <pc:spChg chg="add mod">
          <ac:chgData name="Eom TaeWon" userId="977696ba6fb42b8c" providerId="LiveId" clId="{75DD894A-4F48-4D6E-8644-9765BDC717B3}" dt="2026-07-15T07:57:23.934" v="825" actId="1076"/>
          <ac:spMkLst>
            <pc:docMk/>
            <pc:sldMk cId="1274012177" sldId="260"/>
            <ac:spMk id="31" creationId="{8BBFC923-AB9F-FF71-1DBB-018F2291B521}"/>
          </ac:spMkLst>
        </pc:spChg>
        <pc:spChg chg="add mod">
          <ac:chgData name="Eom TaeWon" userId="977696ba6fb42b8c" providerId="LiveId" clId="{75DD894A-4F48-4D6E-8644-9765BDC717B3}" dt="2026-07-15T07:54:48.921" v="654" actId="1076"/>
          <ac:spMkLst>
            <pc:docMk/>
            <pc:sldMk cId="1274012177" sldId="260"/>
            <ac:spMk id="32" creationId="{5306C896-CF2A-0DF6-7BC4-0A4BC87AF818}"/>
          </ac:spMkLst>
        </pc:spChg>
        <pc:spChg chg="add mod">
          <ac:chgData name="Eom TaeWon" userId="977696ba6fb42b8c" providerId="LiveId" clId="{75DD894A-4F48-4D6E-8644-9765BDC717B3}" dt="2026-07-15T07:54:47.413" v="653" actId="14100"/>
          <ac:spMkLst>
            <pc:docMk/>
            <pc:sldMk cId="1274012177" sldId="260"/>
            <ac:spMk id="34" creationId="{5F45C48F-E078-2A06-07B2-565CAA83C7F2}"/>
          </ac:spMkLst>
        </pc:spChg>
        <pc:spChg chg="add mod">
          <ac:chgData name="Eom TaeWon" userId="977696ba6fb42b8c" providerId="LiveId" clId="{75DD894A-4F48-4D6E-8644-9765BDC717B3}" dt="2026-07-15T07:55:58.405" v="788" actId="1076"/>
          <ac:spMkLst>
            <pc:docMk/>
            <pc:sldMk cId="1274012177" sldId="260"/>
            <ac:spMk id="35" creationId="{8EFA0AD6-C2A4-85A5-3D36-B9E42BEC03CC}"/>
          </ac:spMkLst>
        </pc:spChg>
        <pc:spChg chg="add mod">
          <ac:chgData name="Eom TaeWon" userId="977696ba6fb42b8c" providerId="LiveId" clId="{75DD894A-4F48-4D6E-8644-9765BDC717B3}" dt="2026-07-15T07:55:57.334" v="787" actId="1076"/>
          <ac:spMkLst>
            <pc:docMk/>
            <pc:sldMk cId="1274012177" sldId="260"/>
            <ac:spMk id="37" creationId="{32ADC574-34BE-564B-9540-C8533EF84165}"/>
          </ac:spMkLst>
        </pc:spChg>
        <pc:spChg chg="add mod">
          <ac:chgData name="Eom TaeWon" userId="977696ba6fb42b8c" providerId="LiveId" clId="{75DD894A-4F48-4D6E-8644-9765BDC717B3}" dt="2026-07-15T07:56:00.379" v="789" actId="1076"/>
          <ac:spMkLst>
            <pc:docMk/>
            <pc:sldMk cId="1274012177" sldId="260"/>
            <ac:spMk id="39" creationId="{26FA7086-6E54-7B3E-019B-F342A7976538}"/>
          </ac:spMkLst>
        </pc:spChg>
        <pc:spChg chg="add mod">
          <ac:chgData name="Eom TaeWon" userId="977696ba6fb42b8c" providerId="LiveId" clId="{75DD894A-4F48-4D6E-8644-9765BDC717B3}" dt="2026-07-15T07:56:02.014" v="790" actId="1076"/>
          <ac:spMkLst>
            <pc:docMk/>
            <pc:sldMk cId="1274012177" sldId="260"/>
            <ac:spMk id="41" creationId="{637EDDC1-2205-C16D-601C-FA7D8C08CA2B}"/>
          </ac:spMkLst>
        </pc:spChg>
        <pc:spChg chg="add mod">
          <ac:chgData name="Eom TaeWon" userId="977696ba6fb42b8c" providerId="LiveId" clId="{75DD894A-4F48-4D6E-8644-9765BDC717B3}" dt="2026-07-15T07:56:09.059" v="793" actId="13822"/>
          <ac:spMkLst>
            <pc:docMk/>
            <pc:sldMk cId="1274012177" sldId="260"/>
            <ac:spMk id="45" creationId="{BEF7E47B-8449-26E5-72F5-6ABF18F38691}"/>
          </ac:spMkLst>
        </pc:spChg>
        <pc:spChg chg="add mod">
          <ac:chgData name="Eom TaeWon" userId="977696ba6fb42b8c" providerId="LiveId" clId="{75DD894A-4F48-4D6E-8644-9765BDC717B3}" dt="2026-07-15T07:56:09.059" v="793" actId="13822"/>
          <ac:spMkLst>
            <pc:docMk/>
            <pc:sldMk cId="1274012177" sldId="260"/>
            <ac:spMk id="47" creationId="{F816AA5A-4AC0-A2D1-D664-61C43930C6D7}"/>
          </ac:spMkLst>
        </pc:spChg>
        <pc:spChg chg="add mod">
          <ac:chgData name="Eom TaeWon" userId="977696ba6fb42b8c" providerId="LiveId" clId="{75DD894A-4F48-4D6E-8644-9765BDC717B3}" dt="2026-07-15T07:57:02.242" v="811" actId="20577"/>
          <ac:spMkLst>
            <pc:docMk/>
            <pc:sldMk cId="1274012177" sldId="260"/>
            <ac:spMk id="59" creationId="{A0FF46DB-4402-1F0D-F85D-4D16EFF3CE9E}"/>
          </ac:spMkLst>
        </pc:spChg>
        <pc:spChg chg="add mod">
          <ac:chgData name="Eom TaeWon" userId="977696ba6fb42b8c" providerId="LiveId" clId="{75DD894A-4F48-4D6E-8644-9765BDC717B3}" dt="2026-07-15T07:57:10.900" v="820" actId="20577"/>
          <ac:spMkLst>
            <pc:docMk/>
            <pc:sldMk cId="1274012177" sldId="260"/>
            <ac:spMk id="61" creationId="{465D4A0D-7EAF-29C0-515E-A7DD6F0E9FA1}"/>
          </ac:spMkLst>
        </pc:spChg>
        <pc:cxnChg chg="add">
          <ac:chgData name="Eom TaeWon" userId="977696ba6fb42b8c" providerId="LiveId" clId="{75DD894A-4F48-4D6E-8644-9765BDC717B3}" dt="2026-07-15T07:56:19.057" v="794" actId="11529"/>
          <ac:cxnSpMkLst>
            <pc:docMk/>
            <pc:sldMk cId="1274012177" sldId="260"/>
            <ac:cxnSpMk id="49" creationId="{171113EC-7D0A-F4D4-009B-9C8EDDFE2036}"/>
          </ac:cxnSpMkLst>
        </pc:cxnChg>
        <pc:cxnChg chg="add mod">
          <ac:chgData name="Eom TaeWon" userId="977696ba6fb42b8c" providerId="LiveId" clId="{75DD894A-4F48-4D6E-8644-9765BDC717B3}" dt="2026-07-15T07:56:47.738" v="804" actId="14100"/>
          <ac:cxnSpMkLst>
            <pc:docMk/>
            <pc:sldMk cId="1274012177" sldId="260"/>
            <ac:cxnSpMk id="51" creationId="{87CC9B3A-EF9D-A400-667C-2525E7F3E6C3}"/>
          </ac:cxnSpMkLst>
        </pc:cxnChg>
        <pc:cxnChg chg="add mod">
          <ac:chgData name="Eom TaeWon" userId="977696ba6fb42b8c" providerId="LiveId" clId="{75DD894A-4F48-4D6E-8644-9765BDC717B3}" dt="2026-07-15T07:56:33.171" v="798" actId="14100"/>
          <ac:cxnSpMkLst>
            <pc:docMk/>
            <pc:sldMk cId="1274012177" sldId="260"/>
            <ac:cxnSpMk id="52" creationId="{EBAF8055-7542-9D17-1DDE-2D793F095FA0}"/>
          </ac:cxnSpMkLst>
        </pc:cxnChg>
        <pc:cxnChg chg="add mod">
          <ac:chgData name="Eom TaeWon" userId="977696ba6fb42b8c" providerId="LiveId" clId="{75DD894A-4F48-4D6E-8644-9765BDC717B3}" dt="2026-07-15T07:56:40.275" v="801" actId="14100"/>
          <ac:cxnSpMkLst>
            <pc:docMk/>
            <pc:sldMk cId="1274012177" sldId="260"/>
            <ac:cxnSpMk id="55" creationId="{743E2E7E-8D54-4A7F-F412-2965C17E4B1C}"/>
          </ac:cxnSpMkLst>
        </pc:cxnChg>
        <pc:cxnChg chg="add mod">
          <ac:chgData name="Eom TaeWon" userId="977696ba6fb42b8c" providerId="LiveId" clId="{75DD894A-4F48-4D6E-8644-9765BDC717B3}" dt="2026-07-15T07:56:43.920" v="803" actId="1076"/>
          <ac:cxnSpMkLst>
            <pc:docMk/>
            <pc:sldMk cId="1274012177" sldId="260"/>
            <ac:cxnSpMk id="57" creationId="{341C5BDB-FA6F-795D-B191-2B63581D064B}"/>
          </ac:cxnSpMkLst>
        </pc:cxnChg>
      </pc:sldChg>
      <pc:sldChg chg="addSp delSp modSp add mod">
        <pc:chgData name="Eom TaeWon" userId="977696ba6fb42b8c" providerId="LiveId" clId="{75DD894A-4F48-4D6E-8644-9765BDC717B3}" dt="2026-07-18T05:20:57.848" v="1897" actId="1076"/>
        <pc:sldMkLst>
          <pc:docMk/>
          <pc:sldMk cId="1914727766" sldId="261"/>
        </pc:sldMkLst>
        <pc:spChg chg="mod">
          <ac:chgData name="Eom TaeWon" userId="977696ba6fb42b8c" providerId="LiveId" clId="{75DD894A-4F48-4D6E-8644-9765BDC717B3}" dt="2026-07-15T07:46:04.188" v="412"/>
          <ac:spMkLst>
            <pc:docMk/>
            <pc:sldMk cId="1914727766" sldId="261"/>
            <ac:spMk id="2" creationId="{74551E30-4E88-9C27-5174-593897AF19C1}"/>
          </ac:spMkLst>
        </pc:spChg>
        <pc:spChg chg="mod">
          <ac:chgData name="Eom TaeWon" userId="977696ba6fb42b8c" providerId="LiveId" clId="{75DD894A-4F48-4D6E-8644-9765BDC717B3}" dt="2026-07-15T07:45:37.512" v="403" actId="1076"/>
          <ac:spMkLst>
            <pc:docMk/>
            <pc:sldMk cId="1914727766" sldId="261"/>
            <ac:spMk id="10" creationId="{EAE095DC-FB07-4EF3-2DC1-B6D3FD12F97B}"/>
          </ac:spMkLst>
        </pc:spChg>
        <pc:spChg chg="mod">
          <ac:chgData name="Eom TaeWon" userId="977696ba6fb42b8c" providerId="LiveId" clId="{75DD894A-4F48-4D6E-8644-9765BDC717B3}" dt="2026-07-15T07:45:37.512" v="403" actId="1076"/>
          <ac:spMkLst>
            <pc:docMk/>
            <pc:sldMk cId="1914727766" sldId="261"/>
            <ac:spMk id="12" creationId="{7B1D79DD-C7FC-B0F8-C141-1377E106EEC1}"/>
          </ac:spMkLst>
        </pc:spChg>
        <pc:spChg chg="mod">
          <ac:chgData name="Eom TaeWon" userId="977696ba6fb42b8c" providerId="LiveId" clId="{75DD894A-4F48-4D6E-8644-9765BDC717B3}" dt="2026-07-15T07:45:37.512" v="403" actId="1076"/>
          <ac:spMkLst>
            <pc:docMk/>
            <pc:sldMk cId="1914727766" sldId="261"/>
            <ac:spMk id="14" creationId="{A5A35D60-47E8-FE6F-A5BD-272A47E29EAC}"/>
          </ac:spMkLst>
        </pc:spChg>
        <pc:spChg chg="mod">
          <ac:chgData name="Eom TaeWon" userId="977696ba6fb42b8c" providerId="LiveId" clId="{75DD894A-4F48-4D6E-8644-9765BDC717B3}" dt="2026-07-15T07:45:37.512" v="403" actId="1076"/>
          <ac:spMkLst>
            <pc:docMk/>
            <pc:sldMk cId="1914727766" sldId="261"/>
            <ac:spMk id="16" creationId="{5DBE46A0-1A91-46DB-9A0B-A47715BC392C}"/>
          </ac:spMkLst>
        </pc:spChg>
        <pc:spChg chg="add mod">
          <ac:chgData name="Eom TaeWon" userId="977696ba6fb42b8c" providerId="LiveId" clId="{75DD894A-4F48-4D6E-8644-9765BDC717B3}" dt="2026-07-15T07:45:37.512" v="403" actId="1076"/>
          <ac:spMkLst>
            <pc:docMk/>
            <pc:sldMk cId="1914727766" sldId="261"/>
            <ac:spMk id="24" creationId="{BA283853-1797-196E-1FDD-2C5D93A8A254}"/>
          </ac:spMkLst>
        </pc:spChg>
        <pc:spChg chg="add mod">
          <ac:chgData name="Eom TaeWon" userId="977696ba6fb42b8c" providerId="LiveId" clId="{75DD894A-4F48-4D6E-8644-9765BDC717B3}" dt="2026-07-15T07:45:37.512" v="403" actId="1076"/>
          <ac:spMkLst>
            <pc:docMk/>
            <pc:sldMk cId="1914727766" sldId="261"/>
            <ac:spMk id="26" creationId="{928CB9ED-F4D8-7FF4-537C-DF792AEC5611}"/>
          </ac:spMkLst>
        </pc:spChg>
        <pc:spChg chg="add mod">
          <ac:chgData name="Eom TaeWon" userId="977696ba6fb42b8c" providerId="LiveId" clId="{75DD894A-4F48-4D6E-8644-9765BDC717B3}" dt="2026-07-15T07:45:49.266" v="407"/>
          <ac:spMkLst>
            <pc:docMk/>
            <pc:sldMk cId="1914727766" sldId="261"/>
            <ac:spMk id="32" creationId="{EA76F274-0BDD-7B18-B75A-47AA9605AD08}"/>
          </ac:spMkLst>
        </pc:spChg>
        <pc:spChg chg="add mod">
          <ac:chgData name="Eom TaeWon" userId="977696ba6fb42b8c" providerId="LiveId" clId="{75DD894A-4F48-4D6E-8644-9765BDC717B3}" dt="2026-07-15T07:46:10.042" v="415" actId="1076"/>
          <ac:spMkLst>
            <pc:docMk/>
            <pc:sldMk cId="1914727766" sldId="261"/>
            <ac:spMk id="34" creationId="{A35A6F9E-AA9D-A49C-5112-7C9BCFA0A263}"/>
          </ac:spMkLst>
        </pc:spChg>
        <pc:spChg chg="add mod">
          <ac:chgData name="Eom TaeWon" userId="977696ba6fb42b8c" providerId="LiveId" clId="{75DD894A-4F48-4D6E-8644-9765BDC717B3}" dt="2026-07-15T07:46:01.064" v="411" actId="1076"/>
          <ac:spMkLst>
            <pc:docMk/>
            <pc:sldMk cId="1914727766" sldId="261"/>
            <ac:spMk id="36" creationId="{E2D92400-EB4F-A318-FE80-2AE270894F5B}"/>
          </ac:spMkLst>
        </pc:spChg>
        <pc:spChg chg="add mod">
          <ac:chgData name="Eom TaeWon" userId="977696ba6fb42b8c" providerId="LiveId" clId="{75DD894A-4F48-4D6E-8644-9765BDC717B3}" dt="2026-07-18T05:20:57.848" v="1897" actId="1076"/>
          <ac:spMkLst>
            <pc:docMk/>
            <pc:sldMk cId="1914727766" sldId="261"/>
            <ac:spMk id="38" creationId="{505C3585-1471-EB01-060E-46D6872BCDAB}"/>
          </ac:spMkLst>
        </pc:spChg>
        <pc:spChg chg="mod">
          <ac:chgData name="Eom TaeWon" userId="977696ba6fb42b8c" providerId="LiveId" clId="{75DD894A-4F48-4D6E-8644-9765BDC717B3}" dt="2026-07-15T07:42:31.362" v="219" actId="20577"/>
          <ac:spMkLst>
            <pc:docMk/>
            <pc:sldMk cId="1914727766" sldId="261"/>
            <ac:spMk id="97" creationId="{B8479F61-7D0D-0648-F93E-F97F6B4A40AD}"/>
          </ac:spMkLst>
        </pc:spChg>
        <pc:graphicFrameChg chg="add mod modGraphic">
          <ac:chgData name="Eom TaeWon" userId="977696ba6fb42b8c" providerId="LiveId" clId="{75DD894A-4F48-4D6E-8644-9765BDC717B3}" dt="2026-07-15T07:45:39.806" v="404" actId="1076"/>
          <ac:graphicFrameMkLst>
            <pc:docMk/>
            <pc:sldMk cId="1914727766" sldId="261"/>
            <ac:graphicFrameMk id="3" creationId="{2ADB5FF1-7AFE-055C-5B86-A92F55F5260A}"/>
          </ac:graphicFrameMkLst>
        </pc:graphicFrameChg>
        <pc:cxnChg chg="mod">
          <ac:chgData name="Eom TaeWon" userId="977696ba6fb42b8c" providerId="LiveId" clId="{75DD894A-4F48-4D6E-8644-9765BDC717B3}" dt="2026-07-15T07:45:37.512" v="403" actId="1076"/>
          <ac:cxnSpMkLst>
            <pc:docMk/>
            <pc:sldMk cId="1914727766" sldId="261"/>
            <ac:cxnSpMk id="18" creationId="{CC286652-8CBD-7B55-97B2-40B351B7793A}"/>
          </ac:cxnSpMkLst>
        </pc:cxnChg>
        <pc:cxnChg chg="mod">
          <ac:chgData name="Eom TaeWon" userId="977696ba6fb42b8c" providerId="LiveId" clId="{75DD894A-4F48-4D6E-8644-9765BDC717B3}" dt="2026-07-15T07:45:37.512" v="403" actId="1076"/>
          <ac:cxnSpMkLst>
            <pc:docMk/>
            <pc:sldMk cId="1914727766" sldId="261"/>
            <ac:cxnSpMk id="20" creationId="{2E8C50EA-93A3-BC6D-6F86-28AAA6304DE6}"/>
          </ac:cxnSpMkLst>
        </pc:cxnChg>
        <pc:cxnChg chg="add del mod">
          <ac:chgData name="Eom TaeWon" userId="977696ba6fb42b8c" providerId="LiveId" clId="{75DD894A-4F48-4D6E-8644-9765BDC717B3}" dt="2026-07-15T07:44:20.260" v="396" actId="21"/>
          <ac:cxnSpMkLst>
            <pc:docMk/>
            <pc:sldMk cId="1914727766" sldId="261"/>
            <ac:cxnSpMk id="22" creationId="{9E7BEEF2-EC2A-DF33-1B1A-66BA2B16DB44}"/>
          </ac:cxnSpMkLst>
        </pc:cxnChg>
        <pc:cxnChg chg="add mod">
          <ac:chgData name="Eom TaeWon" userId="977696ba6fb42b8c" providerId="LiveId" clId="{75DD894A-4F48-4D6E-8644-9765BDC717B3}" dt="2026-07-15T07:45:37.512" v="403" actId="1076"/>
          <ac:cxnSpMkLst>
            <pc:docMk/>
            <pc:sldMk cId="1914727766" sldId="261"/>
            <ac:cxnSpMk id="28" creationId="{C340F1BC-7E7B-93F1-1435-BE100AF190B2}"/>
          </ac:cxnSpMkLst>
        </pc:cxnChg>
        <pc:cxnChg chg="add mod">
          <ac:chgData name="Eom TaeWon" userId="977696ba6fb42b8c" providerId="LiveId" clId="{75DD894A-4F48-4D6E-8644-9765BDC717B3}" dt="2026-07-15T07:45:37.512" v="403" actId="1076"/>
          <ac:cxnSpMkLst>
            <pc:docMk/>
            <pc:sldMk cId="1914727766" sldId="261"/>
            <ac:cxnSpMk id="30" creationId="{29C8F178-75B8-DF8C-983F-0943E23D6769}"/>
          </ac:cxnSpMkLst>
        </pc:cxnChg>
        <pc:cxnChg chg="add mod">
          <ac:chgData name="Eom TaeWon" userId="977696ba6fb42b8c" providerId="LiveId" clId="{75DD894A-4F48-4D6E-8644-9765BDC717B3}" dt="2026-07-15T07:46:43.373" v="424" actId="14100"/>
          <ac:cxnSpMkLst>
            <pc:docMk/>
            <pc:sldMk cId="1914727766" sldId="261"/>
            <ac:cxnSpMk id="40" creationId="{04D17538-8B54-E2C6-95A0-262F490C8AFB}"/>
          </ac:cxnSpMkLst>
        </pc:cxnChg>
        <pc:cxnChg chg="add mod">
          <ac:chgData name="Eom TaeWon" userId="977696ba6fb42b8c" providerId="LiveId" clId="{75DD894A-4F48-4D6E-8644-9765BDC717B3}" dt="2026-07-15T07:46:34.921" v="420" actId="14100"/>
          <ac:cxnSpMkLst>
            <pc:docMk/>
            <pc:sldMk cId="1914727766" sldId="261"/>
            <ac:cxnSpMk id="41" creationId="{8E98C958-FC65-146B-BF8B-5712CA6E2F9B}"/>
          </ac:cxnSpMkLst>
        </pc:cxnChg>
        <pc:cxnChg chg="add mod">
          <ac:chgData name="Eom TaeWon" userId="977696ba6fb42b8c" providerId="LiveId" clId="{75DD894A-4F48-4D6E-8644-9765BDC717B3}" dt="2026-07-18T05:20:57.848" v="1897" actId="1076"/>
          <ac:cxnSpMkLst>
            <pc:docMk/>
            <pc:sldMk cId="1914727766" sldId="261"/>
            <ac:cxnSpMk id="42" creationId="{2A89E730-E25B-DAC5-4F3C-ADAB93D32459}"/>
          </ac:cxnSpMkLst>
        </pc:cxnChg>
      </pc:sldChg>
      <pc:sldChg chg="addSp delSp modSp new mod">
        <pc:chgData name="Eom TaeWon" userId="977696ba6fb42b8c" providerId="LiveId" clId="{75DD894A-4F48-4D6E-8644-9765BDC717B3}" dt="2026-07-18T05:24:22.289" v="1900" actId="1076"/>
        <pc:sldMkLst>
          <pc:docMk/>
          <pc:sldMk cId="3497779725" sldId="262"/>
        </pc:sldMkLst>
        <pc:spChg chg="mod">
          <ac:chgData name="Eom TaeWon" userId="977696ba6fb42b8c" providerId="LiveId" clId="{75DD894A-4F48-4D6E-8644-9765BDC717B3}" dt="2026-07-15T07:57:53.151" v="864" actId="20577"/>
          <ac:spMkLst>
            <pc:docMk/>
            <pc:sldMk cId="3497779725" sldId="262"/>
            <ac:spMk id="2" creationId="{C3F3D01A-80E9-EAE6-ED14-E5E393061BB8}"/>
          </ac:spMkLst>
        </pc:spChg>
        <pc:spChg chg="add mod">
          <ac:chgData name="Eom TaeWon" userId="977696ba6fb42b8c" providerId="LiveId" clId="{75DD894A-4F48-4D6E-8644-9765BDC717B3}" dt="2026-07-15T08:12:17.056" v="903" actId="1076"/>
          <ac:spMkLst>
            <pc:docMk/>
            <pc:sldMk cId="3497779725" sldId="262"/>
            <ac:spMk id="5" creationId="{54DDAB67-9A30-CA01-1CBF-E499476A519A}"/>
          </ac:spMkLst>
        </pc:spChg>
        <pc:spChg chg="add mod">
          <ac:chgData name="Eom TaeWon" userId="977696ba6fb42b8c" providerId="LiveId" clId="{75DD894A-4F48-4D6E-8644-9765BDC717B3}" dt="2026-07-15T08:12:17.056" v="903" actId="1076"/>
          <ac:spMkLst>
            <pc:docMk/>
            <pc:sldMk cId="3497779725" sldId="262"/>
            <ac:spMk id="7" creationId="{8ADBE70C-868F-B699-69DD-7B35A0B8BFEC}"/>
          </ac:spMkLst>
        </pc:spChg>
        <pc:spChg chg="add mod">
          <ac:chgData name="Eom TaeWon" userId="977696ba6fb42b8c" providerId="LiveId" clId="{75DD894A-4F48-4D6E-8644-9765BDC717B3}" dt="2026-07-15T08:12:17.056" v="903" actId="1076"/>
          <ac:spMkLst>
            <pc:docMk/>
            <pc:sldMk cId="3497779725" sldId="262"/>
            <ac:spMk id="9" creationId="{B7DE26C4-B881-26CB-BF75-0930C1194750}"/>
          </ac:spMkLst>
        </pc:spChg>
        <pc:spChg chg="add mod">
          <ac:chgData name="Eom TaeWon" userId="977696ba6fb42b8c" providerId="LiveId" clId="{75DD894A-4F48-4D6E-8644-9765BDC717B3}" dt="2026-07-15T08:12:17.056" v="903" actId="1076"/>
          <ac:spMkLst>
            <pc:docMk/>
            <pc:sldMk cId="3497779725" sldId="262"/>
            <ac:spMk id="11" creationId="{B14B26EE-F6F6-74C1-4938-D3157D3538B7}"/>
          </ac:spMkLst>
        </pc:spChg>
        <pc:spChg chg="add mod">
          <ac:chgData name="Eom TaeWon" userId="977696ba6fb42b8c" providerId="LiveId" clId="{75DD894A-4F48-4D6E-8644-9765BDC717B3}" dt="2026-07-18T05:24:22.289" v="1900" actId="1076"/>
          <ac:spMkLst>
            <pc:docMk/>
            <pc:sldMk cId="3497779725" sldId="262"/>
            <ac:spMk id="20" creationId="{A803FC7A-A5A6-75D2-4721-6637F641D0F7}"/>
          </ac:spMkLst>
        </pc:spChg>
        <pc:graphicFrameChg chg="add mod modGraphic">
          <ac:chgData name="Eom TaeWon" userId="977696ba6fb42b8c" providerId="LiveId" clId="{75DD894A-4F48-4D6E-8644-9765BDC717B3}" dt="2026-07-15T08:13:03.026" v="910" actId="1076"/>
          <ac:graphicFrameMkLst>
            <pc:docMk/>
            <pc:sldMk cId="3497779725" sldId="262"/>
            <ac:graphicFrameMk id="18" creationId="{2D8A753D-1D92-E983-E04B-E851C99CF87F}"/>
          </ac:graphicFrameMkLst>
        </pc:graphicFrameChg>
      </pc:sldChg>
      <pc:sldChg chg="addSp delSp modSp add mod">
        <pc:chgData name="Eom TaeWon" userId="977696ba6fb42b8c" providerId="LiveId" clId="{75DD894A-4F48-4D6E-8644-9765BDC717B3}" dt="2026-07-15T08:19:38.027" v="922" actId="1076"/>
        <pc:sldMkLst>
          <pc:docMk/>
          <pc:sldMk cId="2677405685" sldId="263"/>
        </pc:sldMkLst>
        <pc:spChg chg="add mod">
          <ac:chgData name="Eom TaeWon" userId="977696ba6fb42b8c" providerId="LiveId" clId="{75DD894A-4F48-4D6E-8644-9765BDC717B3}" dt="2026-07-15T08:19:38.027" v="922" actId="1076"/>
          <ac:spMkLst>
            <pc:docMk/>
            <pc:sldMk cId="2677405685" sldId="263"/>
            <ac:spMk id="6" creationId="{1D354574-67A2-7B70-2427-2605CBB3462F}"/>
          </ac:spMkLst>
        </pc:spChg>
      </pc:sldChg>
      <pc:sldChg chg="addSp delSp modSp new mod">
        <pc:chgData name="Eom TaeWon" userId="977696ba6fb42b8c" providerId="LiveId" clId="{75DD894A-4F48-4D6E-8644-9765BDC717B3}" dt="2026-07-15T08:35:04.430" v="1060" actId="478"/>
        <pc:sldMkLst>
          <pc:docMk/>
          <pc:sldMk cId="2871707087" sldId="264"/>
        </pc:sldMkLst>
        <pc:spChg chg="mod">
          <ac:chgData name="Eom TaeWon" userId="977696ba6fb42b8c" providerId="LiveId" clId="{75DD894A-4F48-4D6E-8644-9765BDC717B3}" dt="2026-07-15T08:33:39.049" v="973" actId="20577"/>
          <ac:spMkLst>
            <pc:docMk/>
            <pc:sldMk cId="2871707087" sldId="264"/>
            <ac:spMk id="2" creationId="{63A4FA42-94F7-2664-4170-B36125D62AC1}"/>
          </ac:spMkLst>
        </pc:spChg>
        <pc:spChg chg="add mod">
          <ac:chgData name="Eom TaeWon" userId="977696ba6fb42b8c" providerId="LiveId" clId="{75DD894A-4F48-4D6E-8644-9765BDC717B3}" dt="2026-07-15T08:35:01.264" v="1059" actId="1076"/>
          <ac:spMkLst>
            <pc:docMk/>
            <pc:sldMk cId="2871707087" sldId="264"/>
            <ac:spMk id="6" creationId="{7ADBE27E-FBC4-E191-9644-5BE389D8D441}"/>
          </ac:spMkLst>
        </pc:spChg>
        <pc:spChg chg="add mod">
          <ac:chgData name="Eom TaeWon" userId="977696ba6fb42b8c" providerId="LiveId" clId="{75DD894A-4F48-4D6E-8644-9765BDC717B3}" dt="2026-07-15T08:33:29.644" v="937" actId="1076"/>
          <ac:spMkLst>
            <pc:docMk/>
            <pc:sldMk cId="2871707087" sldId="264"/>
            <ac:spMk id="8" creationId="{037E74DF-F5A4-CA25-7709-F48EDC15CC67}"/>
          </ac:spMkLst>
        </pc:spChg>
        <pc:spChg chg="add mod">
          <ac:chgData name="Eom TaeWon" userId="977696ba6fb42b8c" providerId="LiveId" clId="{75DD894A-4F48-4D6E-8644-9765BDC717B3}" dt="2026-07-15T08:33:58.761" v="1012" actId="1076"/>
          <ac:spMkLst>
            <pc:docMk/>
            <pc:sldMk cId="2871707087" sldId="264"/>
            <ac:spMk id="9" creationId="{95B34168-AE3D-886A-4399-2B10BAC8FC7A}"/>
          </ac:spMkLst>
        </pc:spChg>
      </pc:sldChg>
      <pc:sldChg chg="addSp delSp modSp new mod">
        <pc:chgData name="Eom TaeWon" userId="977696ba6fb42b8c" providerId="LiveId" clId="{75DD894A-4F48-4D6E-8644-9765BDC717B3}" dt="2026-07-18T05:26:59.102" v="1902" actId="14734"/>
        <pc:sldMkLst>
          <pc:docMk/>
          <pc:sldMk cId="4094135412" sldId="265"/>
        </pc:sldMkLst>
        <pc:spChg chg="mod">
          <ac:chgData name="Eom TaeWon" userId="977696ba6fb42b8c" providerId="LiveId" clId="{75DD894A-4F48-4D6E-8644-9765BDC717B3}" dt="2026-07-15T08:34:44.427" v="1057" actId="20577"/>
          <ac:spMkLst>
            <pc:docMk/>
            <pc:sldMk cId="4094135412" sldId="265"/>
            <ac:spMk id="2" creationId="{0764D92E-B547-77B7-B831-1AD85E8507A3}"/>
          </ac:spMkLst>
        </pc:spChg>
        <pc:graphicFrameChg chg="add mod modGraphic">
          <ac:chgData name="Eom TaeWon" userId="977696ba6fb42b8c" providerId="LiveId" clId="{75DD894A-4F48-4D6E-8644-9765BDC717B3}" dt="2026-07-18T05:26:59.102" v="1902" actId="14734"/>
          <ac:graphicFrameMkLst>
            <pc:docMk/>
            <pc:sldMk cId="4094135412" sldId="265"/>
            <ac:graphicFrameMk id="6" creationId="{B208D56F-99D9-611A-93B5-0FB7982A6136}"/>
          </ac:graphicFrameMkLst>
        </pc:graphicFrameChg>
      </pc:sldChg>
      <pc:sldChg chg="addSp delSp modSp new mod ord">
        <pc:chgData name="Eom TaeWon" userId="977696ba6fb42b8c" providerId="LiveId" clId="{75DD894A-4F48-4D6E-8644-9765BDC717B3}" dt="2026-07-15T08:50:40.986" v="1154" actId="1076"/>
        <pc:sldMkLst>
          <pc:docMk/>
          <pc:sldMk cId="1593280856" sldId="266"/>
        </pc:sldMkLst>
        <pc:spChg chg="mod">
          <ac:chgData name="Eom TaeWon" userId="977696ba6fb42b8c" providerId="LiveId" clId="{75DD894A-4F48-4D6E-8644-9765BDC717B3}" dt="2026-07-15T08:46:50.210" v="1111" actId="20577"/>
          <ac:spMkLst>
            <pc:docMk/>
            <pc:sldMk cId="1593280856" sldId="266"/>
            <ac:spMk id="2" creationId="{78A01FC5-30AB-FE65-E424-DFF392047C94}"/>
          </ac:spMkLst>
        </pc:spChg>
        <pc:spChg chg="add mod">
          <ac:chgData name="Eom TaeWon" userId="977696ba6fb42b8c" providerId="LiveId" clId="{75DD894A-4F48-4D6E-8644-9765BDC717B3}" dt="2026-07-15T08:47:06.252" v="1119" actId="14100"/>
          <ac:spMkLst>
            <pc:docMk/>
            <pc:sldMk cId="1593280856" sldId="266"/>
            <ac:spMk id="5" creationId="{5E6505C6-C97A-D4EE-3C36-A24EE78B30C1}"/>
          </ac:spMkLst>
        </pc:spChg>
        <pc:spChg chg="add mod">
          <ac:chgData name="Eom TaeWon" userId="977696ba6fb42b8c" providerId="LiveId" clId="{75DD894A-4F48-4D6E-8644-9765BDC717B3}" dt="2026-07-15T08:48:03.587" v="1128" actId="1076"/>
          <ac:spMkLst>
            <pc:docMk/>
            <pc:sldMk cId="1593280856" sldId="266"/>
            <ac:spMk id="7" creationId="{CCE3DF9D-7E32-44A8-4A21-58B40FCE0047}"/>
          </ac:spMkLst>
        </pc:spChg>
        <pc:spChg chg="add mod">
          <ac:chgData name="Eom TaeWon" userId="977696ba6fb42b8c" providerId="LiveId" clId="{75DD894A-4F48-4D6E-8644-9765BDC717B3}" dt="2026-07-15T08:48:01.352" v="1127" actId="1076"/>
          <ac:spMkLst>
            <pc:docMk/>
            <pc:sldMk cId="1593280856" sldId="266"/>
            <ac:spMk id="9" creationId="{00BDD45F-291F-CA34-A3F3-EB8AD06AEB9E}"/>
          </ac:spMkLst>
        </pc:spChg>
        <pc:spChg chg="add mod">
          <ac:chgData name="Eom TaeWon" userId="977696ba6fb42b8c" providerId="LiveId" clId="{75DD894A-4F48-4D6E-8644-9765BDC717B3}" dt="2026-07-15T08:48:51.241" v="1133" actId="1076"/>
          <ac:spMkLst>
            <pc:docMk/>
            <pc:sldMk cId="1593280856" sldId="266"/>
            <ac:spMk id="11" creationId="{0E6B038C-DD03-43D2-C9DE-B474D7CE8529}"/>
          </ac:spMkLst>
        </pc:spChg>
        <pc:spChg chg="add mod">
          <ac:chgData name="Eom TaeWon" userId="977696ba6fb42b8c" providerId="LiveId" clId="{75DD894A-4F48-4D6E-8644-9765BDC717B3}" dt="2026-07-15T08:48:45.830" v="1130" actId="1076"/>
          <ac:spMkLst>
            <pc:docMk/>
            <pc:sldMk cId="1593280856" sldId="266"/>
            <ac:spMk id="13" creationId="{A836519C-4BCD-41F3-846C-7CB628CA1A09}"/>
          </ac:spMkLst>
        </pc:spChg>
        <pc:spChg chg="add mod">
          <ac:chgData name="Eom TaeWon" userId="977696ba6fb42b8c" providerId="LiveId" clId="{75DD894A-4F48-4D6E-8644-9765BDC717B3}" dt="2026-07-15T08:48:54.321" v="1134" actId="1076"/>
          <ac:spMkLst>
            <pc:docMk/>
            <pc:sldMk cId="1593280856" sldId="266"/>
            <ac:spMk id="15" creationId="{E23136ED-94E4-4DF7-9099-425C38E329FD}"/>
          </ac:spMkLst>
        </pc:spChg>
        <pc:spChg chg="add mod">
          <ac:chgData name="Eom TaeWon" userId="977696ba6fb42b8c" providerId="LiveId" clId="{75DD894A-4F48-4D6E-8644-9765BDC717B3}" dt="2026-07-15T08:49:01.148" v="1136" actId="1076"/>
          <ac:spMkLst>
            <pc:docMk/>
            <pc:sldMk cId="1593280856" sldId="266"/>
            <ac:spMk id="17" creationId="{FCC0D015-9DD0-E9C7-31AF-B01263E815DE}"/>
          </ac:spMkLst>
        </pc:spChg>
        <pc:spChg chg="add mod">
          <ac:chgData name="Eom TaeWon" userId="977696ba6fb42b8c" providerId="LiveId" clId="{75DD894A-4F48-4D6E-8644-9765BDC717B3}" dt="2026-07-15T08:49:10.575" v="1140" actId="1076"/>
          <ac:spMkLst>
            <pc:docMk/>
            <pc:sldMk cId="1593280856" sldId="266"/>
            <ac:spMk id="19" creationId="{13C13ED9-ED13-EE54-5090-4B385A20D242}"/>
          </ac:spMkLst>
        </pc:spChg>
        <pc:spChg chg="add mod">
          <ac:chgData name="Eom TaeWon" userId="977696ba6fb42b8c" providerId="LiveId" clId="{75DD894A-4F48-4D6E-8644-9765BDC717B3}" dt="2026-07-15T08:50:40.986" v="1154" actId="1076"/>
          <ac:spMkLst>
            <pc:docMk/>
            <pc:sldMk cId="1593280856" sldId="266"/>
            <ac:spMk id="21" creationId="{AD124F5E-9C5F-16AA-A1D6-0FB6FF141CB9}"/>
          </ac:spMkLst>
        </pc:spChg>
      </pc:sldChg>
      <pc:sldChg chg="modSp add mod">
        <pc:chgData name="Eom TaeWon" userId="977696ba6fb42b8c" providerId="LiveId" clId="{75DD894A-4F48-4D6E-8644-9765BDC717B3}" dt="2026-07-15T08:46:01.337" v="1094" actId="20577"/>
        <pc:sldMkLst>
          <pc:docMk/>
          <pc:sldMk cId="2193696467" sldId="267"/>
        </pc:sldMkLst>
        <pc:spChg chg="mod">
          <ac:chgData name="Eom TaeWon" userId="977696ba6fb42b8c" providerId="LiveId" clId="{75DD894A-4F48-4D6E-8644-9765BDC717B3}" dt="2026-07-15T08:44:36.665" v="1065"/>
          <ac:spMkLst>
            <pc:docMk/>
            <pc:sldMk cId="2193696467" sldId="267"/>
            <ac:spMk id="89" creationId="{CC127CAA-85F3-5037-8C90-E8109949D19F}"/>
          </ac:spMkLst>
        </pc:spChg>
        <pc:spChg chg="mod">
          <ac:chgData name="Eom TaeWon" userId="977696ba6fb42b8c" providerId="LiveId" clId="{75DD894A-4F48-4D6E-8644-9765BDC717B3}" dt="2026-07-15T08:46:01.337" v="1094" actId="20577"/>
          <ac:spMkLst>
            <pc:docMk/>
            <pc:sldMk cId="2193696467" sldId="267"/>
            <ac:spMk id="90" creationId="{0D524479-3C51-5812-D4FA-704E262549D0}"/>
          </ac:spMkLst>
        </pc:spChg>
        <pc:spChg chg="mod">
          <ac:chgData name="Eom TaeWon" userId="977696ba6fb42b8c" providerId="LiveId" clId="{75DD894A-4F48-4D6E-8644-9765BDC717B3}" dt="2026-07-15T08:44:45.326" v="1079" actId="20577"/>
          <ac:spMkLst>
            <pc:docMk/>
            <pc:sldMk cId="2193696467" sldId="267"/>
            <ac:spMk id="92" creationId="{69B3CBA2-50FE-7AC4-D409-8A522CAB35F9}"/>
          </ac:spMkLst>
        </pc:spChg>
      </pc:sldChg>
      <pc:sldChg chg="addSp delSp modSp new mod">
        <pc:chgData name="Eom TaeWon" userId="977696ba6fb42b8c" providerId="LiveId" clId="{75DD894A-4F48-4D6E-8644-9765BDC717B3}" dt="2026-07-18T02:23:06.540" v="1840" actId="20577"/>
        <pc:sldMkLst>
          <pc:docMk/>
          <pc:sldMk cId="3970633429" sldId="268"/>
        </pc:sldMkLst>
        <pc:spChg chg="mod">
          <ac:chgData name="Eom TaeWon" userId="977696ba6fb42b8c" providerId="LiveId" clId="{75DD894A-4F48-4D6E-8644-9765BDC717B3}" dt="2026-07-18T02:23:06.540" v="1840" actId="20577"/>
          <ac:spMkLst>
            <pc:docMk/>
            <pc:sldMk cId="3970633429" sldId="268"/>
            <ac:spMk id="2" creationId="{CB0FE21E-5A3F-95AB-0B9D-E480F20D7F7D}"/>
          </ac:spMkLst>
        </pc:spChg>
        <pc:spChg chg="mod">
          <ac:chgData name="Eom TaeWon" userId="977696ba6fb42b8c" providerId="LiveId" clId="{75DD894A-4F48-4D6E-8644-9765BDC717B3}" dt="2026-07-15T08:45:33.486" v="1092" actId="1076"/>
          <ac:spMkLst>
            <pc:docMk/>
            <pc:sldMk cId="3970633429" sldId="268"/>
            <ac:spMk id="3" creationId="{E52A7161-9101-F3CF-DF80-6C82F0D912C2}"/>
          </ac:spMkLst>
        </pc:spChg>
      </pc:sldChg>
      <pc:sldChg chg="addSp delSp modSp new mod ord">
        <pc:chgData name="Eom TaeWon" userId="977696ba6fb42b8c" providerId="LiveId" clId="{75DD894A-4F48-4D6E-8644-9765BDC717B3}" dt="2026-07-18T05:30:47.156" v="1903" actId="1076"/>
        <pc:sldMkLst>
          <pc:docMk/>
          <pc:sldMk cId="1545902329" sldId="269"/>
        </pc:sldMkLst>
        <pc:spChg chg="mod">
          <ac:chgData name="Eom TaeWon" userId="977696ba6fb42b8c" providerId="LiveId" clId="{75DD894A-4F48-4D6E-8644-9765BDC717B3}" dt="2026-07-15T08:52:25.361" v="1190" actId="20577"/>
          <ac:spMkLst>
            <pc:docMk/>
            <pc:sldMk cId="1545902329" sldId="269"/>
            <ac:spMk id="2" creationId="{8C0EAC22-2510-3349-57A1-82A58FD4066A}"/>
          </ac:spMkLst>
        </pc:spChg>
        <pc:spChg chg="add mod">
          <ac:chgData name="Eom TaeWon" userId="977696ba6fb42b8c" providerId="LiveId" clId="{75DD894A-4F48-4D6E-8644-9765BDC717B3}" dt="2026-07-15T08:51:06.391" v="1158" actId="1076"/>
          <ac:spMkLst>
            <pc:docMk/>
            <pc:sldMk cId="1545902329" sldId="269"/>
            <ac:spMk id="6" creationId="{C52D1F7D-933C-CB01-5AB5-E68CB7EA1927}"/>
          </ac:spMkLst>
        </pc:spChg>
        <pc:spChg chg="add mod">
          <ac:chgData name="Eom TaeWon" userId="977696ba6fb42b8c" providerId="LiveId" clId="{75DD894A-4F48-4D6E-8644-9765BDC717B3}" dt="2026-07-15T08:51:13.983" v="1160" actId="1076"/>
          <ac:spMkLst>
            <pc:docMk/>
            <pc:sldMk cId="1545902329" sldId="269"/>
            <ac:spMk id="8" creationId="{439EB1D4-0B7B-3910-0DDD-9312E5D83E6E}"/>
          </ac:spMkLst>
        </pc:spChg>
        <pc:spChg chg="add mod">
          <ac:chgData name="Eom TaeWon" userId="977696ba6fb42b8c" providerId="LiveId" clId="{75DD894A-4F48-4D6E-8644-9765BDC717B3}" dt="2026-07-18T05:30:47.156" v="1903" actId="1076"/>
          <ac:spMkLst>
            <pc:docMk/>
            <pc:sldMk cId="1545902329" sldId="269"/>
            <ac:spMk id="10" creationId="{7A7CCAD8-3C58-2206-6FBA-EFFCFC367157}"/>
          </ac:spMkLst>
        </pc:spChg>
      </pc:sldChg>
      <pc:sldChg chg="addSp delSp modSp new mod">
        <pc:chgData name="Eom TaeWon" userId="977696ba6fb42b8c" providerId="LiveId" clId="{75DD894A-4F48-4D6E-8644-9765BDC717B3}" dt="2026-07-18T05:34:39.726" v="1905" actId="1076"/>
        <pc:sldMkLst>
          <pc:docMk/>
          <pc:sldMk cId="402215981" sldId="270"/>
        </pc:sldMkLst>
        <pc:spChg chg="mod">
          <ac:chgData name="Eom TaeWon" userId="977696ba6fb42b8c" providerId="LiveId" clId="{75DD894A-4F48-4D6E-8644-9765BDC717B3}" dt="2026-07-15T09:04:56.086" v="1663" actId="20577"/>
          <ac:spMkLst>
            <pc:docMk/>
            <pc:sldMk cId="402215981" sldId="270"/>
            <ac:spMk id="2" creationId="{D300BBD5-2779-9B40-782E-585693BDDF03}"/>
          </ac:spMkLst>
        </pc:spChg>
        <pc:spChg chg="add mod">
          <ac:chgData name="Eom TaeWon" userId="977696ba6fb42b8c" providerId="LiveId" clId="{75DD894A-4F48-4D6E-8644-9765BDC717B3}" dt="2026-07-15T08:53:23.164" v="1203" actId="1076"/>
          <ac:spMkLst>
            <pc:docMk/>
            <pc:sldMk cId="402215981" sldId="270"/>
            <ac:spMk id="7" creationId="{98C3AFC0-828F-3B3B-8496-BC1588D53BF8}"/>
          </ac:spMkLst>
        </pc:spChg>
        <pc:spChg chg="add mod">
          <ac:chgData name="Eom TaeWon" userId="977696ba6fb42b8c" providerId="LiveId" clId="{75DD894A-4F48-4D6E-8644-9765BDC717B3}" dt="2026-07-18T05:34:39.726" v="1905" actId="1076"/>
          <ac:spMkLst>
            <pc:docMk/>
            <pc:sldMk cId="402215981" sldId="270"/>
            <ac:spMk id="9" creationId="{2C69E50B-B60B-2FA2-E324-C3832A02A549}"/>
          </ac:spMkLst>
        </pc:spChg>
        <pc:spChg chg="add mod">
          <ac:chgData name="Eom TaeWon" userId="977696ba6fb42b8c" providerId="LiveId" clId="{75DD894A-4F48-4D6E-8644-9765BDC717B3}" dt="2026-07-15T09:05:14.591" v="1674" actId="1076"/>
          <ac:spMkLst>
            <pc:docMk/>
            <pc:sldMk cId="402215981" sldId="270"/>
            <ac:spMk id="11" creationId="{930DB3C7-08A7-51FB-F7C4-8DDEE9A5C3D3}"/>
          </ac:spMkLst>
        </pc:spChg>
        <pc:graphicFrameChg chg="add mod modGraphic">
          <ac:chgData name="Eom TaeWon" userId="977696ba6fb42b8c" providerId="LiveId" clId="{75DD894A-4F48-4D6E-8644-9765BDC717B3}" dt="2026-07-18T05:32:53.549" v="1904" actId="14734"/>
          <ac:graphicFrameMkLst>
            <pc:docMk/>
            <pc:sldMk cId="402215981" sldId="270"/>
            <ac:graphicFrameMk id="5" creationId="{DD10A101-1532-8A43-4D8F-9EED4A5A103F}"/>
          </ac:graphicFrameMkLst>
        </pc:graphicFrameChg>
      </pc:sldChg>
      <pc:sldChg chg="addSp delSp modSp new mod ord">
        <pc:chgData name="Eom TaeWon" userId="977696ba6fb42b8c" providerId="LiveId" clId="{75DD894A-4F48-4D6E-8644-9765BDC717B3}" dt="2026-07-15T09:06:53.574" v="1685" actId="1076"/>
        <pc:sldMkLst>
          <pc:docMk/>
          <pc:sldMk cId="1423355320" sldId="271"/>
        </pc:sldMkLst>
        <pc:spChg chg="mod">
          <ac:chgData name="Eom TaeWon" userId="977696ba6fb42b8c" providerId="LiveId" clId="{75DD894A-4F48-4D6E-8644-9765BDC717B3}" dt="2026-07-15T09:05:05.957" v="1672" actId="20577"/>
          <ac:spMkLst>
            <pc:docMk/>
            <pc:sldMk cId="1423355320" sldId="271"/>
            <ac:spMk id="2" creationId="{25C12EBD-7634-A812-339E-22A6DC9815B9}"/>
          </ac:spMkLst>
        </pc:spChg>
        <pc:spChg chg="add mod">
          <ac:chgData name="Eom TaeWon" userId="977696ba6fb42b8c" providerId="LiveId" clId="{75DD894A-4F48-4D6E-8644-9765BDC717B3}" dt="2026-07-15T09:04:52.936" v="1660" actId="1076"/>
          <ac:spMkLst>
            <pc:docMk/>
            <pc:sldMk cId="1423355320" sldId="271"/>
            <ac:spMk id="8" creationId="{1C4E3F56-7C7C-B589-974A-C7B89F9DC90A}"/>
          </ac:spMkLst>
        </pc:spChg>
        <pc:spChg chg="add mod">
          <ac:chgData name="Eom TaeWon" userId="977696ba6fb42b8c" providerId="LiveId" clId="{75DD894A-4F48-4D6E-8644-9765BDC717B3}" dt="2026-07-15T09:06:53.574" v="1685" actId="1076"/>
          <ac:spMkLst>
            <pc:docMk/>
            <pc:sldMk cId="1423355320" sldId="271"/>
            <ac:spMk id="13" creationId="{917D0BD4-879E-6127-8C55-C23AD50681BD}"/>
          </ac:spMkLst>
        </pc:spChg>
        <pc:graphicFrameChg chg="add mod modGraphic">
          <ac:chgData name="Eom TaeWon" userId="977696ba6fb42b8c" providerId="LiveId" clId="{75DD894A-4F48-4D6E-8644-9765BDC717B3}" dt="2026-07-15T09:05:32.239" v="1680" actId="1076"/>
          <ac:graphicFrameMkLst>
            <pc:docMk/>
            <pc:sldMk cId="1423355320" sldId="271"/>
            <ac:graphicFrameMk id="11" creationId="{19B69527-B29C-DBBC-B71B-BDAC654E0CDB}"/>
          </ac:graphicFrameMkLst>
        </pc:graphicFrameChg>
      </pc:sldChg>
      <pc:sldChg chg="addSp delSp modSp new mod">
        <pc:chgData name="Eom TaeWon" userId="977696ba6fb42b8c" providerId="LiveId" clId="{75DD894A-4F48-4D6E-8644-9765BDC717B3}" dt="2026-07-18T05:38:17.255" v="1909" actId="20577"/>
        <pc:sldMkLst>
          <pc:docMk/>
          <pc:sldMk cId="1493210725" sldId="272"/>
        </pc:sldMkLst>
        <pc:spChg chg="mod">
          <ac:chgData name="Eom TaeWon" userId="977696ba6fb42b8c" providerId="LiveId" clId="{75DD894A-4F48-4D6E-8644-9765BDC717B3}" dt="2026-07-15T09:05:03.264" v="1669" actId="20577"/>
          <ac:spMkLst>
            <pc:docMk/>
            <pc:sldMk cId="1493210725" sldId="272"/>
            <ac:spMk id="2" creationId="{FDF5683F-6172-92E0-04AA-FC447432BB13}"/>
          </ac:spMkLst>
        </pc:spChg>
        <pc:spChg chg="add mod">
          <ac:chgData name="Eom TaeWon" userId="977696ba6fb42b8c" providerId="LiveId" clId="{75DD894A-4F48-4D6E-8644-9765BDC717B3}" dt="2026-07-15T08:58:12.611" v="1573" actId="1076"/>
          <ac:spMkLst>
            <pc:docMk/>
            <pc:sldMk cId="1493210725" sldId="272"/>
            <ac:spMk id="6" creationId="{A4338810-21B4-549F-93F0-4FF9F56530A1}"/>
          </ac:spMkLst>
        </pc:spChg>
        <pc:spChg chg="add mod">
          <ac:chgData name="Eom TaeWon" userId="977696ba6fb42b8c" providerId="LiveId" clId="{75DD894A-4F48-4D6E-8644-9765BDC717B3}" dt="2026-07-18T05:38:17.255" v="1909" actId="20577"/>
          <ac:spMkLst>
            <pc:docMk/>
            <pc:sldMk cId="1493210725" sldId="272"/>
            <ac:spMk id="8" creationId="{F3BAEDA4-B98B-9899-73DE-D0E63D3C6500}"/>
          </ac:spMkLst>
        </pc:spChg>
        <pc:spChg chg="add mod">
          <ac:chgData name="Eom TaeWon" userId="977696ba6fb42b8c" providerId="LiveId" clId="{75DD894A-4F48-4D6E-8644-9765BDC717B3}" dt="2026-07-15T09:03:41.076" v="1641"/>
          <ac:spMkLst>
            <pc:docMk/>
            <pc:sldMk cId="1493210725" sldId="272"/>
            <ac:spMk id="10" creationId="{C94BAFF7-3E08-D958-DABF-CFD3DF7A0758}"/>
          </ac:spMkLst>
        </pc:spChg>
        <pc:spChg chg="add mod">
          <ac:chgData name="Eom TaeWon" userId="977696ba6fb42b8c" providerId="LiveId" clId="{75DD894A-4F48-4D6E-8644-9765BDC717B3}" dt="2026-07-15T09:02:57.729" v="1638" actId="1076"/>
          <ac:spMkLst>
            <pc:docMk/>
            <pc:sldMk cId="1493210725" sldId="272"/>
            <ac:spMk id="14" creationId="{83415D4B-4D11-82A9-1C1E-D94F4D02AF49}"/>
          </ac:spMkLst>
        </pc:spChg>
        <pc:spChg chg="add mod">
          <ac:chgData name="Eom TaeWon" userId="977696ba6fb42b8c" providerId="LiveId" clId="{75DD894A-4F48-4D6E-8644-9765BDC717B3}" dt="2026-07-18T02:26:45.622" v="1858" actId="20577"/>
          <ac:spMkLst>
            <pc:docMk/>
            <pc:sldMk cId="1493210725" sldId="272"/>
            <ac:spMk id="16" creationId="{94BADE0E-A9F1-615E-E601-A75E007C96EB}"/>
          </ac:spMkLst>
        </pc:spChg>
        <pc:spChg chg="add mod">
          <ac:chgData name="Eom TaeWon" userId="977696ba6fb42b8c" providerId="LiveId" clId="{75DD894A-4F48-4D6E-8644-9765BDC717B3}" dt="2026-07-15T09:03:44.885" v="1643" actId="1076"/>
          <ac:spMkLst>
            <pc:docMk/>
            <pc:sldMk cId="1493210725" sldId="272"/>
            <ac:spMk id="18" creationId="{BF4761F3-9B4D-9438-468B-CA7A7792ACF9}"/>
          </ac:spMkLst>
        </pc:spChg>
        <pc:spChg chg="add mod">
          <ac:chgData name="Eom TaeWon" userId="977696ba6fb42b8c" providerId="LiveId" clId="{75DD894A-4F48-4D6E-8644-9765BDC717B3}" dt="2026-07-15T09:04:25.238" v="1655" actId="20577"/>
          <ac:spMkLst>
            <pc:docMk/>
            <pc:sldMk cId="1493210725" sldId="272"/>
            <ac:spMk id="20" creationId="{297FE18B-9282-F0F7-FADB-A42CADDA2B9F}"/>
          </ac:spMkLst>
        </pc:spChg>
        <pc:graphicFrameChg chg="add mod modGraphic">
          <ac:chgData name="Eom TaeWon" userId="977696ba6fb42b8c" providerId="LiveId" clId="{75DD894A-4F48-4D6E-8644-9765BDC717B3}" dt="2026-07-18T02:25:35.641" v="1841" actId="14734"/>
          <ac:graphicFrameMkLst>
            <pc:docMk/>
            <pc:sldMk cId="1493210725" sldId="272"/>
            <ac:graphicFrameMk id="7" creationId="{C04A1D98-4653-8EF9-4D75-228A6E40C307}"/>
          </ac:graphicFrameMkLst>
        </pc:graphicFrameChg>
      </pc:sldChg>
      <pc:sldChg chg="addSp delSp modSp new mod ord">
        <pc:chgData name="Eom TaeWon" userId="977696ba6fb42b8c" providerId="LiveId" clId="{75DD894A-4F48-4D6E-8644-9765BDC717B3}" dt="2026-07-18T05:37:21.476" v="1908" actId="1076"/>
        <pc:sldMkLst>
          <pc:docMk/>
          <pc:sldMk cId="3038144673" sldId="273"/>
        </pc:sldMkLst>
        <pc:spChg chg="mod">
          <ac:chgData name="Eom TaeWon" userId="977696ba6fb42b8c" providerId="LiveId" clId="{75DD894A-4F48-4D6E-8644-9765BDC717B3}" dt="2026-07-15T09:05:00.182" v="1666" actId="20577"/>
          <ac:spMkLst>
            <pc:docMk/>
            <pc:sldMk cId="3038144673" sldId="273"/>
            <ac:spMk id="2" creationId="{BE38A036-284B-5254-869A-6A61BC1B7CA7}"/>
          </ac:spMkLst>
        </pc:spChg>
        <pc:spChg chg="add mod">
          <ac:chgData name="Eom TaeWon" userId="977696ba6fb42b8c" providerId="LiveId" clId="{75DD894A-4F48-4D6E-8644-9765BDC717B3}" dt="2026-07-15T08:55:32.985" v="1228" actId="1076"/>
          <ac:spMkLst>
            <pc:docMk/>
            <pc:sldMk cId="3038144673" sldId="273"/>
            <ac:spMk id="6" creationId="{8847E009-12EA-C346-9388-54A02BC77F97}"/>
          </ac:spMkLst>
        </pc:spChg>
        <pc:spChg chg="add mod">
          <ac:chgData name="Eom TaeWon" userId="977696ba6fb42b8c" providerId="LiveId" clId="{75DD894A-4F48-4D6E-8644-9765BDC717B3}" dt="2026-07-15T08:56:18.736" v="1236" actId="1076"/>
          <ac:spMkLst>
            <pc:docMk/>
            <pc:sldMk cId="3038144673" sldId="273"/>
            <ac:spMk id="9" creationId="{ED87A553-8BEA-3613-A7CA-E74FF0F52961}"/>
          </ac:spMkLst>
        </pc:spChg>
        <pc:spChg chg="add mod">
          <ac:chgData name="Eom TaeWon" userId="977696ba6fb42b8c" providerId="LiveId" clId="{75DD894A-4F48-4D6E-8644-9765BDC717B3}" dt="2026-07-18T05:37:21.476" v="1908" actId="1076"/>
          <ac:spMkLst>
            <pc:docMk/>
            <pc:sldMk cId="3038144673" sldId="273"/>
            <ac:spMk id="11" creationId="{BECDFBCB-1674-48E1-DD12-CD4B61BA8634}"/>
          </ac:spMkLst>
        </pc:spChg>
        <pc:graphicFrameChg chg="add mod modGraphic">
          <ac:chgData name="Eom TaeWon" userId="977696ba6fb42b8c" providerId="LiveId" clId="{75DD894A-4F48-4D6E-8644-9765BDC717B3}" dt="2026-07-18T05:36:31.177" v="1906" actId="14734"/>
          <ac:graphicFrameMkLst>
            <pc:docMk/>
            <pc:sldMk cId="3038144673" sldId="273"/>
            <ac:graphicFrameMk id="7" creationId="{47DD0941-8201-276F-10BB-DA592E699494}"/>
          </ac:graphicFrameMkLst>
        </pc:graphicFrameChg>
      </pc:sldChg>
      <pc:sldChg chg="addSp modSp new mod">
        <pc:chgData name="Eom TaeWon" userId="977696ba6fb42b8c" providerId="LiveId" clId="{75DD894A-4F48-4D6E-8644-9765BDC717B3}" dt="2026-07-15T09:10:48.052" v="1777" actId="20577"/>
        <pc:sldMkLst>
          <pc:docMk/>
          <pc:sldMk cId="394149838" sldId="274"/>
        </pc:sldMkLst>
        <pc:spChg chg="mod">
          <ac:chgData name="Eom TaeWon" userId="977696ba6fb42b8c" providerId="LiveId" clId="{75DD894A-4F48-4D6E-8644-9765BDC717B3}" dt="2026-07-15T09:07:02.853" v="1695" actId="20577"/>
          <ac:spMkLst>
            <pc:docMk/>
            <pc:sldMk cId="394149838" sldId="274"/>
            <ac:spMk id="2" creationId="{E55CA59A-5FD0-DE9E-3454-9D9D21E07982}"/>
          </ac:spMkLst>
        </pc:spChg>
        <pc:spChg chg="mod">
          <ac:chgData name="Eom TaeWon" userId="977696ba6fb42b8c" providerId="LiveId" clId="{75DD894A-4F48-4D6E-8644-9765BDC717B3}" dt="2026-07-15T09:09:29.405" v="1758" actId="1076"/>
          <ac:spMkLst>
            <pc:docMk/>
            <pc:sldMk cId="394149838" sldId="274"/>
            <ac:spMk id="3" creationId="{92DD87D1-DC34-4D36-6D5B-D2746B5120DF}"/>
          </ac:spMkLst>
        </pc:spChg>
        <pc:spChg chg="add mod">
          <ac:chgData name="Eom TaeWon" userId="977696ba6fb42b8c" providerId="LiveId" clId="{75DD894A-4F48-4D6E-8644-9765BDC717B3}" dt="2026-07-15T09:09:29.405" v="1758" actId="1076"/>
          <ac:spMkLst>
            <pc:docMk/>
            <pc:sldMk cId="394149838" sldId="274"/>
            <ac:spMk id="6" creationId="{E9B8D555-2B15-EC02-7EDD-5D3515DF92F8}"/>
          </ac:spMkLst>
        </pc:spChg>
        <pc:spChg chg="add mod">
          <ac:chgData name="Eom TaeWon" userId="977696ba6fb42b8c" providerId="LiveId" clId="{75DD894A-4F48-4D6E-8644-9765BDC717B3}" dt="2026-07-15T09:09:29.405" v="1758" actId="1076"/>
          <ac:spMkLst>
            <pc:docMk/>
            <pc:sldMk cId="394149838" sldId="274"/>
            <ac:spMk id="8" creationId="{2722E410-0996-8B83-441B-E4AC4552AA76}"/>
          </ac:spMkLst>
        </pc:spChg>
        <pc:spChg chg="add mod">
          <ac:chgData name="Eom TaeWon" userId="977696ba6fb42b8c" providerId="LiveId" clId="{75DD894A-4F48-4D6E-8644-9765BDC717B3}" dt="2026-07-15T09:09:29.405" v="1758" actId="1076"/>
          <ac:spMkLst>
            <pc:docMk/>
            <pc:sldMk cId="394149838" sldId="274"/>
            <ac:spMk id="10" creationId="{D4AB3492-80E5-93A5-9F94-031803255BF6}"/>
          </ac:spMkLst>
        </pc:spChg>
        <pc:spChg chg="add mod">
          <ac:chgData name="Eom TaeWon" userId="977696ba6fb42b8c" providerId="LiveId" clId="{75DD894A-4F48-4D6E-8644-9765BDC717B3}" dt="2026-07-15T09:09:50.067" v="1766"/>
          <ac:spMkLst>
            <pc:docMk/>
            <pc:sldMk cId="394149838" sldId="274"/>
            <ac:spMk id="12" creationId="{2387DA00-9B8C-41F6-FA9E-09A43443DFAD}"/>
          </ac:spMkLst>
        </pc:spChg>
        <pc:spChg chg="add mod">
          <ac:chgData name="Eom TaeWon" userId="977696ba6fb42b8c" providerId="LiveId" clId="{75DD894A-4F48-4D6E-8644-9765BDC717B3}" dt="2026-07-15T09:10:48.052" v="1777" actId="20577"/>
          <ac:spMkLst>
            <pc:docMk/>
            <pc:sldMk cId="394149838" sldId="274"/>
            <ac:spMk id="14" creationId="{7DA2C8B6-1471-9014-572E-283366216265}"/>
          </ac:spMkLst>
        </pc:spChg>
      </pc:sldChg>
      <pc:sldChg chg="addSp delSp modSp new mod ord">
        <pc:chgData name="Eom TaeWon" userId="977696ba6fb42b8c" providerId="LiveId" clId="{75DD894A-4F48-4D6E-8644-9765BDC717B3}" dt="2026-07-18T05:40:25.073" v="1910" actId="1076"/>
        <pc:sldMkLst>
          <pc:docMk/>
          <pc:sldMk cId="88812547" sldId="275"/>
        </pc:sldMkLst>
        <pc:spChg chg="mod">
          <ac:chgData name="Eom TaeWon" userId="977696ba6fb42b8c" providerId="LiveId" clId="{75DD894A-4F48-4D6E-8644-9765BDC717B3}" dt="2026-07-18T02:27:46.993" v="1893" actId="20577"/>
          <ac:spMkLst>
            <pc:docMk/>
            <pc:sldMk cId="88812547" sldId="275"/>
            <ac:spMk id="2" creationId="{9A0F41C3-EAC9-7041-9063-40140C595C71}"/>
          </ac:spMkLst>
        </pc:spChg>
        <pc:spChg chg="add mod">
          <ac:chgData name="Eom TaeWon" userId="977696ba6fb42b8c" providerId="LiveId" clId="{75DD894A-4F48-4D6E-8644-9765BDC717B3}" dt="2026-07-18T05:40:25.073" v="1910" actId="1076"/>
          <ac:spMkLst>
            <pc:docMk/>
            <pc:sldMk cId="88812547" sldId="275"/>
            <ac:spMk id="8" creationId="{C4E9D573-3D50-837E-B8D2-E26AF940DC89}"/>
          </ac:spMkLst>
        </pc:spChg>
        <pc:spChg chg="add mod">
          <ac:chgData name="Eom TaeWon" userId="977696ba6fb42b8c" providerId="LiveId" clId="{75DD894A-4F48-4D6E-8644-9765BDC717B3}" dt="2026-07-15T09:12:40.541" v="1785" actId="1076"/>
          <ac:spMkLst>
            <pc:docMk/>
            <pc:sldMk cId="88812547" sldId="275"/>
            <ac:spMk id="10" creationId="{76045A48-5883-250D-0159-1463138700B1}"/>
          </ac:spMkLst>
        </pc:spChg>
        <pc:spChg chg="add mod">
          <ac:chgData name="Eom TaeWon" userId="977696ba6fb42b8c" providerId="LiveId" clId="{75DD894A-4F48-4D6E-8644-9765BDC717B3}" dt="2026-07-15T09:12:45.693" v="1787" actId="1076"/>
          <ac:spMkLst>
            <pc:docMk/>
            <pc:sldMk cId="88812547" sldId="275"/>
            <ac:spMk id="12" creationId="{05E22C67-E97B-1F23-4157-45F519300394}"/>
          </ac:spMkLst>
        </pc:spChg>
        <pc:spChg chg="add mod">
          <ac:chgData name="Eom TaeWon" userId="977696ba6fb42b8c" providerId="LiveId" clId="{75DD894A-4F48-4D6E-8644-9765BDC717B3}" dt="2026-07-15T09:13:08.172" v="1810"/>
          <ac:spMkLst>
            <pc:docMk/>
            <pc:sldMk cId="88812547" sldId="275"/>
            <ac:spMk id="13" creationId="{B9796603-9C94-5BDA-59EC-A18C8BCEC846}"/>
          </ac:spMkLst>
        </pc:spChg>
        <pc:spChg chg="add mod">
          <ac:chgData name="Eom TaeWon" userId="977696ba6fb42b8c" providerId="LiveId" clId="{75DD894A-4F48-4D6E-8644-9765BDC717B3}" dt="2026-07-15T09:13:11.199" v="1811"/>
          <ac:spMkLst>
            <pc:docMk/>
            <pc:sldMk cId="88812547" sldId="275"/>
            <ac:spMk id="15" creationId="{37951FE9-3814-1D7E-7512-15C5D5FB1B75}"/>
          </ac:spMkLst>
        </pc:spChg>
        <pc:spChg chg="add mod">
          <ac:chgData name="Eom TaeWon" userId="977696ba6fb42b8c" providerId="LiveId" clId="{75DD894A-4F48-4D6E-8644-9765BDC717B3}" dt="2026-07-15T09:13:18.290" v="1813" actId="1076"/>
          <ac:spMkLst>
            <pc:docMk/>
            <pc:sldMk cId="88812547" sldId="275"/>
            <ac:spMk id="17" creationId="{82519D7C-4E7E-0731-BDD4-000117C57DBE}"/>
          </ac:spMkLst>
        </pc:spChg>
      </pc:sldChg>
      <pc:sldChg chg="new del">
        <pc:chgData name="Eom TaeWon" userId="977696ba6fb42b8c" providerId="LiveId" clId="{75DD894A-4F48-4D6E-8644-9765BDC717B3}" dt="2026-07-18T05:42:36.585" v="1926" actId="47"/>
        <pc:sldMkLst>
          <pc:docMk/>
          <pc:sldMk cId="3040375921" sldId="276"/>
        </pc:sldMkLst>
      </pc:sldChg>
      <pc:sldChg chg="modSp new mod">
        <pc:chgData name="Eom TaeWon" userId="977696ba6fb42b8c" providerId="LiveId" clId="{75DD894A-4F48-4D6E-8644-9765BDC717B3}" dt="2026-07-18T05:42:35.648" v="1925"/>
        <pc:sldMkLst>
          <pc:docMk/>
          <pc:sldMk cId="1474904981" sldId="277"/>
        </pc:sldMkLst>
        <pc:spChg chg="mod">
          <ac:chgData name="Eom TaeWon" userId="977696ba6fb42b8c" providerId="LiveId" clId="{75DD894A-4F48-4D6E-8644-9765BDC717B3}" dt="2026-07-18T05:42:35.648" v="1925"/>
          <ac:spMkLst>
            <pc:docMk/>
            <pc:sldMk cId="1474904981" sldId="277"/>
            <ac:spMk id="2" creationId="{4FD3279A-FFD6-7921-9F30-21790431DB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473C4AD8-E3FE-6B5A-D492-4810F45B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C3355FD-933D-773F-2A92-7EFAD1C4C8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02231A1-C6A2-CB14-0A6A-C7D4CACBB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1505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2667B28-94FF-DF6A-C16E-2752FE5B4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79B5E636-1681-9109-70D0-0B2E6DB442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25FC3B9A-9F6E-65D4-A42D-DA45D258F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2930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5"/>
          <p:cNvSpPr/>
          <p:nvPr/>
        </p:nvSpPr>
        <p:spPr>
          <a:xfrm rot="-5400000">
            <a:off x="11029293" y="5703040"/>
            <a:ext cx="1198180" cy="1127234"/>
          </a:xfrm>
          <a:prstGeom prst="rtTriangle">
            <a:avLst/>
          </a:prstGeom>
          <a:solidFill>
            <a:srgbClr val="0070C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5"/>
          <p:cNvSpPr/>
          <p:nvPr/>
        </p:nvSpPr>
        <p:spPr>
          <a:xfrm rot="5400000">
            <a:off x="-35473" y="35473"/>
            <a:ext cx="1198180" cy="1127234"/>
          </a:xfrm>
          <a:prstGeom prst="rtTriangle">
            <a:avLst/>
          </a:prstGeom>
          <a:solidFill>
            <a:srgbClr val="0070C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5"/>
          <p:cNvSpPr/>
          <p:nvPr/>
        </p:nvSpPr>
        <p:spPr>
          <a:xfrm>
            <a:off x="412531" y="1139186"/>
            <a:ext cx="10941269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ko-KR" altLang="ko-KR" sz="3200" dirty="0" err="1"/>
              <a:t>Self</a:t>
            </a:r>
            <a:r>
              <a:rPr lang="ko-KR" altLang="ko-KR" sz="3200" dirty="0"/>
              <a:t>-RAG: </a:t>
            </a:r>
            <a:r>
              <a:rPr lang="ko-KR" altLang="ko-KR" sz="3200" dirty="0" err="1"/>
              <a:t>Learning</a:t>
            </a:r>
            <a:r>
              <a:rPr lang="ko-KR" altLang="ko-KR" sz="3200" dirty="0"/>
              <a:t> </a:t>
            </a:r>
            <a:r>
              <a:rPr lang="ko-KR" altLang="ko-KR" sz="3200" dirty="0" err="1"/>
              <a:t>to</a:t>
            </a:r>
            <a:r>
              <a:rPr lang="ko-KR" altLang="ko-KR" sz="3200" dirty="0"/>
              <a:t> </a:t>
            </a:r>
            <a:r>
              <a:rPr lang="ko-KR" altLang="ko-KR" sz="3200" dirty="0" err="1"/>
              <a:t>Retrieve</a:t>
            </a:r>
            <a:r>
              <a:rPr lang="ko-KR" altLang="ko-KR" sz="3200" dirty="0"/>
              <a:t>, </a:t>
            </a:r>
            <a:r>
              <a:rPr lang="ko-KR" altLang="ko-KR" sz="3200" dirty="0" err="1"/>
              <a:t>Generate</a:t>
            </a:r>
            <a:r>
              <a:rPr lang="ko-KR" altLang="ko-KR" sz="3200" dirty="0"/>
              <a:t>, and </a:t>
            </a:r>
            <a:r>
              <a:rPr lang="ko-KR" altLang="ko-KR" sz="3200" dirty="0" err="1"/>
              <a:t>Critique</a:t>
            </a:r>
            <a:r>
              <a:rPr lang="ko-KR" altLang="ko-KR" sz="3200" dirty="0"/>
              <a:t> </a:t>
            </a:r>
            <a:r>
              <a:rPr lang="ko-KR" altLang="ko-KR" sz="3200" dirty="0" err="1"/>
              <a:t>through</a:t>
            </a:r>
            <a:r>
              <a:rPr lang="ko-KR" altLang="ko-KR" sz="3200" dirty="0"/>
              <a:t> </a:t>
            </a:r>
            <a:r>
              <a:rPr lang="ko-KR" altLang="ko-KR" sz="3200" dirty="0" err="1"/>
              <a:t>Self-Reflection</a:t>
            </a:r>
            <a:endParaRPr sz="3200"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r>
              <a:rPr lang="ko-KR" altLang="ko-KR" dirty="0"/>
              <a:t>자기 성찰을 통해 검색하고, 생성하고, </a:t>
            </a:r>
            <a:endParaRPr lang="en-US" altLang="ko-KR" dirty="0"/>
          </a:p>
          <a:p>
            <a:pPr marL="0" lvl="0" indent="0">
              <a:spcBef>
                <a:spcPts val="0"/>
              </a:spcBef>
              <a:buSzPts val="3600"/>
            </a:pPr>
            <a:r>
              <a:rPr lang="ko-KR" altLang="ko-KR" dirty="0"/>
              <a:t>비판하는 방법을 학습하는 </a:t>
            </a:r>
            <a:r>
              <a:rPr lang="ko-KR" altLang="ko-KR" dirty="0" err="1"/>
              <a:t>Self</a:t>
            </a:r>
            <a:r>
              <a:rPr lang="ko-KR" altLang="ko-KR" dirty="0"/>
              <a:t>-RAG</a:t>
            </a:r>
            <a:endParaRPr lang="en-US" altLang="ko-KR" dirty="0"/>
          </a:p>
          <a:p>
            <a:pPr marL="0" lvl="0" indent="0">
              <a:spcBef>
                <a:spcPts val="0"/>
              </a:spcBef>
              <a:buSzPts val="3600"/>
            </a:pPr>
            <a:r>
              <a:rPr lang="en-US" dirty="0"/>
              <a:t>2024</a:t>
            </a:r>
            <a:endParaRPr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6997149" y="294764"/>
            <a:ext cx="4893710" cy="829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발표자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홍길동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</a:t>
            </a:r>
            <a:r>
              <a:rPr lang="ko-KR" altLang="en-US" dirty="0"/>
              <a:t>기존 </a:t>
            </a:r>
            <a:r>
              <a:rPr lang="en-US" altLang="ko-KR" dirty="0"/>
              <a:t>RAG</a:t>
            </a:r>
            <a:r>
              <a:rPr lang="ko-KR" altLang="en-US" dirty="0"/>
              <a:t>의 한계</a:t>
            </a:r>
            <a:endParaRPr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674E00-57FD-9EFA-54D5-FCD9D034CA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9F628C3-B1E7-46FD-3E08-5DCE776DC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62135"/>
              </p:ext>
            </p:extLst>
          </p:nvPr>
        </p:nvGraphicFramePr>
        <p:xfrm>
          <a:off x="1464365" y="3656737"/>
          <a:ext cx="10532165" cy="1828800"/>
        </p:xfrm>
        <a:graphic>
          <a:graphicData uri="http://schemas.openxmlformats.org/drawingml/2006/table">
            <a:tbl>
              <a:tblPr/>
              <a:tblGrid>
                <a:gridCol w="1815548">
                  <a:extLst>
                    <a:ext uri="{9D8B030D-6E8A-4147-A177-3AD203B41FA5}">
                      <a16:colId xmlns:a16="http://schemas.microsoft.com/office/drawing/2014/main" val="1864102264"/>
                    </a:ext>
                  </a:extLst>
                </a:gridCol>
                <a:gridCol w="8716617">
                  <a:extLst>
                    <a:ext uri="{9D8B030D-6E8A-4147-A177-3AD203B41FA5}">
                      <a16:colId xmlns:a16="http://schemas.microsoft.com/office/drawing/2014/main" val="1847012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2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불필요한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검색이 필요 없는 질문에도 문서를 가져옴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47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엉뚱한 문서 삽입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관련 없는 문서가 답변을 망칠 수 있음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923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고정 </a:t>
                      </a:r>
                      <a:r>
                        <a:rPr lang="ko-KR" dirty="0" err="1"/>
                        <a:t>Top</a:t>
                      </a:r>
                      <a:r>
                        <a:rPr lang="ko-KR" dirty="0"/>
                        <a:t>-k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항상 3개, 5개, 10개처럼 고정된 수를 가져옴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098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근거 불일치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검색 문서를 넣어도 답변이 그 문서를 따르지 않을 수 있음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683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출처 신뢰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답변이 실제로 문서에 의해 뒷받침되는지 확인이 어려움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394204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C6C66D0-FB5E-9D25-A368-A71364820865}"/>
              </a:ext>
            </a:extLst>
          </p:cNvPr>
          <p:cNvSpPr/>
          <p:nvPr/>
        </p:nvSpPr>
        <p:spPr>
          <a:xfrm>
            <a:off x="980661" y="2252870"/>
            <a:ext cx="1702904" cy="8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질문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E476948-564B-FFE3-B11E-8AF051A0D919}"/>
              </a:ext>
            </a:extLst>
          </p:cNvPr>
          <p:cNvSpPr/>
          <p:nvPr/>
        </p:nvSpPr>
        <p:spPr>
          <a:xfrm>
            <a:off x="3067878" y="2252870"/>
            <a:ext cx="1702904" cy="8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무조건 검색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7012C3F-61E9-EB57-05A6-07D294361E7C}"/>
              </a:ext>
            </a:extLst>
          </p:cNvPr>
          <p:cNvSpPr/>
          <p:nvPr/>
        </p:nvSpPr>
        <p:spPr>
          <a:xfrm>
            <a:off x="5155095" y="2252870"/>
            <a:ext cx="1702904" cy="8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문서 넣기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5734F01-E2EB-83CF-2E3E-02592B1A2460}"/>
              </a:ext>
            </a:extLst>
          </p:cNvPr>
          <p:cNvSpPr/>
          <p:nvPr/>
        </p:nvSpPr>
        <p:spPr>
          <a:xfrm>
            <a:off x="7421220" y="2252870"/>
            <a:ext cx="1702904" cy="8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답변 생성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27B6EAB-CDFD-25C8-8F02-9F60E72B177F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2683565" y="2660374"/>
            <a:ext cx="3843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99800C1-57D9-4DD7-B640-46FEBA6DA2EE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4770782" y="2660374"/>
            <a:ext cx="3843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9A38B91-B82F-9D07-D34F-4156E8728CC5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6857999" y="2660374"/>
            <a:ext cx="563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42E649F-818A-BC10-5A03-BC2EC384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B8479F61-7D0D-0648-F93E-F97F6B4A40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</a:t>
            </a:r>
            <a:r>
              <a:rPr lang="en-US" altLang="ko-KR" dirty="0"/>
              <a:t>Self RAG</a:t>
            </a:r>
            <a:r>
              <a:rPr lang="ko-KR" altLang="en-US" dirty="0"/>
              <a:t> 특징</a:t>
            </a:r>
            <a:endParaRPr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551E30-4E88-9C27-5174-593897AF19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AE095DC-FB07-4EF3-2DC1-B6D3FD12F97B}"/>
              </a:ext>
            </a:extLst>
          </p:cNvPr>
          <p:cNvSpPr/>
          <p:nvPr/>
        </p:nvSpPr>
        <p:spPr>
          <a:xfrm>
            <a:off x="921026" y="1667117"/>
            <a:ext cx="1086676" cy="7222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질문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B1D79DD-C7FC-B0F8-C141-1377E106EEC1}"/>
              </a:ext>
            </a:extLst>
          </p:cNvPr>
          <p:cNvSpPr/>
          <p:nvPr/>
        </p:nvSpPr>
        <p:spPr>
          <a:xfrm>
            <a:off x="2405269" y="1667117"/>
            <a:ext cx="1086676" cy="72224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 필요 여부 판단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5A35D60-47E8-FE6F-A5BD-272A47E29EAC}"/>
              </a:ext>
            </a:extLst>
          </p:cNvPr>
          <p:cNvSpPr/>
          <p:nvPr/>
        </p:nvSpPr>
        <p:spPr>
          <a:xfrm>
            <a:off x="4008784" y="1667116"/>
            <a:ext cx="1086676" cy="7222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DBE46A0-1A91-46DB-9A0B-A47715BC392C}"/>
              </a:ext>
            </a:extLst>
          </p:cNvPr>
          <p:cNvSpPr/>
          <p:nvPr/>
        </p:nvSpPr>
        <p:spPr>
          <a:xfrm>
            <a:off x="5612299" y="1667116"/>
            <a:ext cx="1278831" cy="72224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문서 관련성 평가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C286652-8CBD-7B55-97B2-40B351B7793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2007702" y="2028239"/>
            <a:ext cx="3975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E8C50EA-93A3-BC6D-6F86-28AAA6304DE6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3491945" y="2028238"/>
            <a:ext cx="5168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E7BEEF2-EC2A-DF33-1B1A-66BA2B16DB44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095460" y="2028238"/>
            <a:ext cx="5168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ADB5FF1-7AFE-055C-5B86-A92F55F5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409083"/>
              </p:ext>
            </p:extLst>
          </p:nvPr>
        </p:nvGraphicFramePr>
        <p:xfrm>
          <a:off x="1093305" y="2783284"/>
          <a:ext cx="10515600" cy="2133600"/>
        </p:xfrm>
        <a:graphic>
          <a:graphicData uri="http://schemas.openxmlformats.org/drawingml/2006/table">
            <a:tbl>
              <a:tblPr/>
              <a:tblGrid>
                <a:gridCol w="1268896">
                  <a:extLst>
                    <a:ext uri="{9D8B030D-6E8A-4147-A177-3AD203B41FA5}">
                      <a16:colId xmlns:a16="http://schemas.microsoft.com/office/drawing/2014/main" val="2927009464"/>
                    </a:ext>
                  </a:extLst>
                </a:gridCol>
                <a:gridCol w="2199861">
                  <a:extLst>
                    <a:ext uri="{9D8B030D-6E8A-4147-A177-3AD203B41FA5}">
                      <a16:colId xmlns:a16="http://schemas.microsoft.com/office/drawing/2014/main" val="1707163215"/>
                    </a:ext>
                  </a:extLst>
                </a:gridCol>
                <a:gridCol w="7046843">
                  <a:extLst>
                    <a:ext uri="{9D8B030D-6E8A-4147-A177-3AD203B41FA5}">
                      <a16:colId xmlns:a16="http://schemas.microsoft.com/office/drawing/2014/main" val="1548995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기존 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Self-RAG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401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검색 여부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거의 항상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필요할 때만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263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검색 문서 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고정 </a:t>
                      </a:r>
                      <a:r>
                        <a:rPr lang="ko-KR" dirty="0" err="1"/>
                        <a:t>Top</a:t>
                      </a:r>
                      <a:r>
                        <a:rPr lang="ko-KR" dirty="0"/>
                        <a:t>-k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상황에 따라 조절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135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문서 평가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보통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문서 관련성 평가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826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답변 평가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보통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답변이 문서에 근거하는지 평가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458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출처 신뢰도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낮을 수 있음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더 높음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40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핵심 특징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Retrieve</a:t>
                      </a:r>
                      <a:r>
                        <a:rPr lang="ko-KR" dirty="0"/>
                        <a:t> + </a:t>
                      </a:r>
                      <a:r>
                        <a:rPr lang="ko-KR" dirty="0" err="1"/>
                        <a:t>Generate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Retrieve</a:t>
                      </a:r>
                      <a:r>
                        <a:rPr lang="ko-KR" dirty="0"/>
                        <a:t> + </a:t>
                      </a:r>
                      <a:r>
                        <a:rPr lang="ko-KR" dirty="0" err="1"/>
                        <a:t>Generate</a:t>
                      </a:r>
                      <a:r>
                        <a:rPr lang="ko-KR" dirty="0"/>
                        <a:t> + </a:t>
                      </a:r>
                      <a:r>
                        <a:rPr lang="ko-KR" dirty="0" err="1"/>
                        <a:t>Critique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020527"/>
                  </a:ext>
                </a:extLst>
              </a:tr>
            </a:tbl>
          </a:graphicData>
        </a:graphic>
      </p:graphicFrame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A283853-1797-196E-1FDD-2C5D93A8A254}"/>
              </a:ext>
            </a:extLst>
          </p:cNvPr>
          <p:cNvSpPr/>
          <p:nvPr/>
        </p:nvSpPr>
        <p:spPr>
          <a:xfrm>
            <a:off x="8666924" y="1667115"/>
            <a:ext cx="1398104" cy="72224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답변 </a:t>
            </a:r>
            <a:r>
              <a:rPr lang="ko-KR" altLang="en-US" dirty="0" err="1"/>
              <a:t>근거성</a:t>
            </a:r>
            <a:r>
              <a:rPr lang="ko-KR" altLang="en-US" dirty="0"/>
              <a:t> 평가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28CB9ED-F4D8-7FF4-537C-DF792AEC5611}"/>
              </a:ext>
            </a:extLst>
          </p:cNvPr>
          <p:cNvSpPr/>
          <p:nvPr/>
        </p:nvSpPr>
        <p:spPr>
          <a:xfrm>
            <a:off x="7235689" y="1667116"/>
            <a:ext cx="1086676" cy="7222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답변 생성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340F1BC-7E7B-93F1-1435-BE100AF190B2}"/>
              </a:ext>
            </a:extLst>
          </p:cNvPr>
          <p:cNvCxnSpPr>
            <a:stCxn id="16" idx="3"/>
            <a:endCxn id="26" idx="1"/>
          </p:cNvCxnSpPr>
          <p:nvPr/>
        </p:nvCxnSpPr>
        <p:spPr>
          <a:xfrm>
            <a:off x="6891130" y="2028238"/>
            <a:ext cx="3445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9C8F178-75B8-DF8C-983F-0943E23D6769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 flipV="1">
            <a:off x="8322365" y="2028237"/>
            <a:ext cx="34455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A76F274-0BDD-7B18-B75A-47AA9605AD08}"/>
              </a:ext>
            </a:extLst>
          </p:cNvPr>
          <p:cNvSpPr txBox="1"/>
          <p:nvPr/>
        </p:nvSpPr>
        <p:spPr>
          <a:xfrm>
            <a:off x="838200" y="5518039"/>
            <a:ext cx="6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여름방학 때 가장 좋았던 여행에 대한 에세이를 써줘.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5A6F9E-AA9D-A49C-5112-7C9BCFA0A263}"/>
              </a:ext>
            </a:extLst>
          </p:cNvPr>
          <p:cNvSpPr txBox="1"/>
          <p:nvPr/>
        </p:nvSpPr>
        <p:spPr>
          <a:xfrm>
            <a:off x="5801139" y="5210259"/>
            <a:ext cx="6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이 질문은 개인 경험 글쓰기다.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D92400-EB4F-A318-FE80-2AE270894F5B}"/>
              </a:ext>
            </a:extLst>
          </p:cNvPr>
          <p:cNvSpPr txBox="1"/>
          <p:nvPr/>
        </p:nvSpPr>
        <p:spPr>
          <a:xfrm>
            <a:off x="5801139" y="5629416"/>
            <a:ext cx="6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외부 검색 필요 없음.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5C3585-1471-EB01-060E-46D6872BCDAB}"/>
              </a:ext>
            </a:extLst>
          </p:cNvPr>
          <p:cNvSpPr txBox="1"/>
          <p:nvPr/>
        </p:nvSpPr>
        <p:spPr>
          <a:xfrm>
            <a:off x="5854148" y="6091084"/>
            <a:ext cx="6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그냥 생성하자.</a:t>
            </a:r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4D17538-8B54-E2C6-95A0-262F490C8AFB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5095460" y="5364148"/>
            <a:ext cx="705679" cy="342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E98C958-FC65-146B-BF8B-5712CA6E2F9B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148469" y="5753816"/>
            <a:ext cx="652670" cy="29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A89E730-E25B-DAC5-4F3C-ADAB93D32459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5148469" y="5775893"/>
            <a:ext cx="705679" cy="469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72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EAD82-09A6-8BAC-FE66-C5350CEB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 RAG - </a:t>
            </a:r>
            <a:r>
              <a:rPr lang="ko-KR" altLang="ko-KR" dirty="0" err="1"/>
              <a:t>Reflection</a:t>
            </a:r>
            <a:r>
              <a:rPr lang="ko-KR" altLang="ko-KR" dirty="0"/>
              <a:t> </a:t>
            </a:r>
            <a:r>
              <a:rPr lang="ko-KR" altLang="ko-KR" dirty="0" err="1"/>
              <a:t>Token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C5689D-96F2-C307-2707-8C8A98933114}"/>
              </a:ext>
            </a:extLst>
          </p:cNvPr>
          <p:cNvSpPr txBox="1"/>
          <p:nvPr/>
        </p:nvSpPr>
        <p:spPr>
          <a:xfrm>
            <a:off x="838200" y="859903"/>
            <a:ext cx="6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성찰 토큰 / 자기평가 토큰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3155A8-F31F-4499-811D-DB690CE376B0}"/>
              </a:ext>
            </a:extLst>
          </p:cNvPr>
          <p:cNvSpPr txBox="1"/>
          <p:nvPr/>
        </p:nvSpPr>
        <p:spPr>
          <a:xfrm>
            <a:off x="699052" y="1834403"/>
            <a:ext cx="61026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중간중간 이런 질문을 스스로 함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검색해야 하나?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이 문서가 관련 있나?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내 답변이 문서에 의해 뒷받침되나?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이 답변은 유용한가?</a:t>
            </a:r>
            <a:endParaRPr lang="ko-KR" altLang="en-US" dirty="0"/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8A3CDE5-3590-698F-217A-911C22446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018282"/>
              </p:ext>
            </p:extLst>
          </p:nvPr>
        </p:nvGraphicFramePr>
        <p:xfrm>
          <a:off x="5400261" y="1905000"/>
          <a:ext cx="7449106" cy="1737360"/>
        </p:xfrm>
        <a:graphic>
          <a:graphicData uri="http://schemas.openxmlformats.org/drawingml/2006/table">
            <a:tbl>
              <a:tblPr/>
              <a:tblGrid>
                <a:gridCol w="893545">
                  <a:extLst>
                    <a:ext uri="{9D8B030D-6E8A-4147-A177-3AD203B41FA5}">
                      <a16:colId xmlns:a16="http://schemas.microsoft.com/office/drawing/2014/main" val="454785267"/>
                    </a:ext>
                  </a:extLst>
                </a:gridCol>
                <a:gridCol w="1148454">
                  <a:extLst>
                    <a:ext uri="{9D8B030D-6E8A-4147-A177-3AD203B41FA5}">
                      <a16:colId xmlns:a16="http://schemas.microsoft.com/office/drawing/2014/main" val="3554363885"/>
                    </a:ext>
                  </a:extLst>
                </a:gridCol>
                <a:gridCol w="5407107">
                  <a:extLst>
                    <a:ext uri="{9D8B030D-6E8A-4147-A177-3AD203B41FA5}">
                      <a16:colId xmlns:a16="http://schemas.microsoft.com/office/drawing/2014/main" val="3031629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토큰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의미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쉬운 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945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 err="1"/>
                        <a:t>Retrieve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검색 필요 여부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지금 외부 문서 검색이 필요한가?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16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/>
                        <a:t>ISREL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문서 관련성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검색된 문서가 질문 해결에 도움이 되는가?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476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/>
                        <a:t>ISSUP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답변 근거성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생성한 답변이 문서에 의해 뒷받침되는가?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47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/>
                        <a:t>ISUSE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답변 유용성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이 답변이 사용자 질문에 유용한가?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431458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76EC1BFE-E119-E959-256E-F6DBB844B38A}"/>
              </a:ext>
            </a:extLst>
          </p:cNvPr>
          <p:cNvSpPr txBox="1"/>
          <p:nvPr/>
        </p:nvSpPr>
        <p:spPr>
          <a:xfrm>
            <a:off x="535057" y="4321124"/>
            <a:ext cx="6430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미국 주 이름은 어떻게 생겼나요?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265289-F203-8E01-D427-CF895045DB65}"/>
              </a:ext>
            </a:extLst>
          </p:cNvPr>
          <p:cNvSpPr txBox="1"/>
          <p:nvPr/>
        </p:nvSpPr>
        <p:spPr>
          <a:xfrm>
            <a:off x="4076700" y="4343976"/>
            <a:ext cx="6430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Retrieve</a:t>
            </a:r>
            <a:r>
              <a:rPr lang="ko-KR" altLang="ko-KR" dirty="0"/>
              <a:t> = </a:t>
            </a:r>
            <a:r>
              <a:rPr lang="ko-KR" altLang="ko-KR" dirty="0" err="1"/>
              <a:t>Yes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593C97-68F3-C88F-4DAF-62FF94AD1A4B}"/>
              </a:ext>
            </a:extLst>
          </p:cNvPr>
          <p:cNvSpPr txBox="1"/>
          <p:nvPr/>
        </p:nvSpPr>
        <p:spPr>
          <a:xfrm>
            <a:off x="6158948" y="4128532"/>
            <a:ext cx="64306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문서 1: 미국 50개 주 중 11개는 사람 이름에서 유래했다. </a:t>
            </a:r>
            <a:endParaRPr lang="en-US" altLang="ko-KR" dirty="0"/>
          </a:p>
          <a:p>
            <a:r>
              <a:rPr lang="ko-KR" altLang="ko-KR" dirty="0"/>
              <a:t>문서 2: 텍사스의 인기 아기 이름은 </a:t>
            </a:r>
            <a:r>
              <a:rPr lang="ko-KR" altLang="ko-KR" dirty="0" err="1"/>
              <a:t>Emma다</a:t>
            </a:r>
            <a:r>
              <a:rPr lang="ko-KR" altLang="ko-KR" dirty="0"/>
              <a:t>. </a:t>
            </a:r>
            <a:endParaRPr lang="en-US" altLang="ko-KR" dirty="0"/>
          </a:p>
          <a:p>
            <a:r>
              <a:rPr lang="ko-KR" altLang="ko-KR" dirty="0"/>
              <a:t>문서 3: 캘리포니아 이름은 스페인 소설 속 섬에서 유래했다.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190574-43CE-6871-8E92-1C6C85A81301}"/>
              </a:ext>
            </a:extLst>
          </p:cNvPr>
          <p:cNvSpPr txBox="1"/>
          <p:nvPr/>
        </p:nvSpPr>
        <p:spPr>
          <a:xfrm>
            <a:off x="699052" y="5484405"/>
            <a:ext cx="64306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문서 1 → </a:t>
            </a:r>
            <a:r>
              <a:rPr lang="ko-KR" altLang="ko-KR" dirty="0" err="1"/>
              <a:t>Relevant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ko-KR" altLang="ko-KR" dirty="0"/>
              <a:t>문서 2 → </a:t>
            </a:r>
            <a:r>
              <a:rPr lang="ko-KR" altLang="ko-KR" dirty="0" err="1"/>
              <a:t>Irrelevant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ko-KR" altLang="ko-KR" dirty="0"/>
              <a:t>문서 3 → </a:t>
            </a:r>
            <a:r>
              <a:rPr lang="ko-KR" altLang="ko-KR" dirty="0" err="1"/>
              <a:t>Relevant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7526F0-DAF9-05E6-91EE-E616B8DE776D}"/>
              </a:ext>
            </a:extLst>
          </p:cNvPr>
          <p:cNvSpPr txBox="1"/>
          <p:nvPr/>
        </p:nvSpPr>
        <p:spPr>
          <a:xfrm>
            <a:off x="3586370" y="5461553"/>
            <a:ext cx="64306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답변이 문서에 의해 완전히 뒷받침됨 → </a:t>
            </a:r>
            <a:r>
              <a:rPr lang="ko-KR" altLang="ko-KR" dirty="0" err="1"/>
              <a:t>Fully</a:t>
            </a:r>
            <a:r>
              <a:rPr lang="ko-KR" altLang="ko-KR" dirty="0"/>
              <a:t> </a:t>
            </a:r>
            <a:r>
              <a:rPr lang="ko-KR" altLang="ko-KR" dirty="0" err="1"/>
              <a:t>Supported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ko-KR" altLang="ko-KR" dirty="0"/>
              <a:t>답변이 일부만 뒷받침됨 → </a:t>
            </a:r>
            <a:r>
              <a:rPr lang="en-US" altLang="ko-KR" dirty="0"/>
              <a:t>	</a:t>
            </a:r>
            <a:r>
              <a:rPr lang="ko-KR" altLang="ko-KR" dirty="0" err="1"/>
              <a:t>Partially</a:t>
            </a:r>
            <a:r>
              <a:rPr lang="ko-KR" altLang="ko-KR" dirty="0"/>
              <a:t> </a:t>
            </a:r>
            <a:r>
              <a:rPr lang="ko-KR" altLang="ko-KR" dirty="0" err="1"/>
              <a:t>Supported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ko-KR" altLang="ko-KR" dirty="0"/>
              <a:t>근거 없음 → </a:t>
            </a:r>
            <a:r>
              <a:rPr lang="en-US" altLang="ko-KR" dirty="0"/>
              <a:t>		</a:t>
            </a:r>
            <a:r>
              <a:rPr lang="ko-KR" altLang="ko-KR" dirty="0" err="1"/>
              <a:t>No</a:t>
            </a:r>
            <a:r>
              <a:rPr lang="ko-KR" altLang="ko-KR" dirty="0"/>
              <a:t> </a:t>
            </a:r>
            <a:r>
              <a:rPr lang="ko-KR" altLang="ko-KR" dirty="0" err="1"/>
              <a:t>Support</a:t>
            </a:r>
            <a:endParaRPr lang="ko-KR" altLang="en-US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3308B9F-4046-BB9B-5D7E-ACCCADA65994}"/>
              </a:ext>
            </a:extLst>
          </p:cNvPr>
          <p:cNvCxnSpPr/>
          <p:nvPr/>
        </p:nvCxnSpPr>
        <p:spPr>
          <a:xfrm>
            <a:off x="3586370" y="4475012"/>
            <a:ext cx="382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2F277EC-A10E-FFB1-78C3-9093F7C940CF}"/>
              </a:ext>
            </a:extLst>
          </p:cNvPr>
          <p:cNvCxnSpPr/>
          <p:nvPr/>
        </p:nvCxnSpPr>
        <p:spPr>
          <a:xfrm>
            <a:off x="5627205" y="4497864"/>
            <a:ext cx="382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FCBA26E-E7F3-72F5-6FEB-EFB961D67B9A}"/>
              </a:ext>
            </a:extLst>
          </p:cNvPr>
          <p:cNvCxnSpPr/>
          <p:nvPr/>
        </p:nvCxnSpPr>
        <p:spPr>
          <a:xfrm>
            <a:off x="2903883" y="5853737"/>
            <a:ext cx="382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D4FF034-9123-E0E1-8B2F-C5F5899B8D81}"/>
              </a:ext>
            </a:extLst>
          </p:cNvPr>
          <p:cNvCxnSpPr>
            <a:cxnSpLocks/>
          </p:cNvCxnSpPr>
          <p:nvPr/>
        </p:nvCxnSpPr>
        <p:spPr>
          <a:xfrm flipH="1">
            <a:off x="2365513" y="4867196"/>
            <a:ext cx="4053509" cy="594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411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589A-CAF8-51F4-4C2B-C49CBD41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D996B-2522-062A-EF84-8DC9A23E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solidFill>
                  <a:schemeClr val="tx1"/>
                </a:solidFill>
                <a:latin typeface="굴림"/>
                <a:ea typeface="굴림"/>
              </a:rPr>
              <a:t>Self Rag </a:t>
            </a:r>
            <a:r>
              <a:rPr kumimoji="1" lang="ko-KR" altLang="en-US" dirty="0">
                <a:solidFill>
                  <a:schemeClr val="tx1"/>
                </a:solidFill>
                <a:latin typeface="굴림"/>
                <a:ea typeface="굴림"/>
              </a:rPr>
              <a:t>작동 순서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F44AFD-6F89-5DF6-9F14-9006C8AA91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479870"/>
            <a:ext cx="2658592" cy="24160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smtClean="0"/>
              <a:t>5</a:t>
            </a:fld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BFC923-AB9F-FF71-1DBB-018F2291B521}"/>
              </a:ext>
            </a:extLst>
          </p:cNvPr>
          <p:cNvSpPr txBox="1"/>
          <p:nvPr/>
        </p:nvSpPr>
        <p:spPr>
          <a:xfrm>
            <a:off x="6921713" y="2769538"/>
            <a:ext cx="40775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ko-KR" dirty="0"/>
              <a:t>사용자 질문 입력 </a:t>
            </a:r>
            <a:endParaRPr lang="en-US" altLang="ko-KR" dirty="0"/>
          </a:p>
          <a:p>
            <a:r>
              <a:rPr lang="ko-KR" altLang="ko-KR" dirty="0"/>
              <a:t>2. 모델이 검색이 필요한지 판단 </a:t>
            </a:r>
            <a:endParaRPr lang="en-US" altLang="ko-KR" dirty="0"/>
          </a:p>
          <a:p>
            <a:r>
              <a:rPr lang="ko-KR" altLang="ko-KR" dirty="0"/>
              <a:t>3. 필요하면 </a:t>
            </a:r>
            <a:r>
              <a:rPr lang="ko-KR" altLang="ko-KR" dirty="0" err="1"/>
              <a:t>Retriever로</a:t>
            </a:r>
            <a:r>
              <a:rPr lang="ko-KR" altLang="ko-KR" dirty="0"/>
              <a:t> 문서 검색 </a:t>
            </a:r>
            <a:endParaRPr lang="en-US" altLang="ko-KR" dirty="0"/>
          </a:p>
          <a:p>
            <a:r>
              <a:rPr lang="ko-KR" altLang="ko-KR" dirty="0"/>
              <a:t>4. 검색된 문서 각각의 관련성 평가 </a:t>
            </a:r>
            <a:endParaRPr lang="en-US" altLang="ko-KR" dirty="0"/>
          </a:p>
          <a:p>
            <a:r>
              <a:rPr lang="ko-KR" altLang="ko-KR" dirty="0"/>
              <a:t>5. 각 문서를 바탕으로 답변 후보 생성 </a:t>
            </a:r>
            <a:endParaRPr lang="en-US" altLang="ko-KR" dirty="0"/>
          </a:p>
          <a:p>
            <a:r>
              <a:rPr lang="ko-KR" altLang="ko-KR" dirty="0"/>
              <a:t>6. 답변이 문서에 의해 뒷받침되는지 평가 </a:t>
            </a:r>
            <a:endParaRPr lang="en-US" altLang="ko-KR" dirty="0"/>
          </a:p>
          <a:p>
            <a:r>
              <a:rPr lang="ko-KR" altLang="ko-KR" dirty="0"/>
              <a:t>7. 답변의 유용성 평가 </a:t>
            </a:r>
            <a:endParaRPr lang="en-US" altLang="ko-KR" dirty="0"/>
          </a:p>
          <a:p>
            <a:r>
              <a:rPr lang="ko-KR" altLang="ko-KR" dirty="0"/>
              <a:t>8. 가장 좋은 답변 선택</a:t>
            </a:r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306C896-CF2A-0DF6-7BC4-0A4BC87AF818}"/>
              </a:ext>
            </a:extLst>
          </p:cNvPr>
          <p:cNvSpPr/>
          <p:nvPr/>
        </p:nvSpPr>
        <p:spPr>
          <a:xfrm>
            <a:off x="1505778" y="1363058"/>
            <a:ext cx="1275522" cy="51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질문 </a:t>
            </a:r>
          </a:p>
        </p:txBody>
      </p:sp>
      <p:sp>
        <p:nvSpPr>
          <p:cNvPr id="34" name="다이아몬드 33">
            <a:extLst>
              <a:ext uri="{FF2B5EF4-FFF2-40B4-BE49-F238E27FC236}">
                <a16:creationId xmlns:a16="http://schemas.microsoft.com/office/drawing/2014/main" id="{5F45C48F-E078-2A06-07B2-565CAA83C7F2}"/>
              </a:ext>
            </a:extLst>
          </p:cNvPr>
          <p:cNvSpPr/>
          <p:nvPr/>
        </p:nvSpPr>
        <p:spPr>
          <a:xfrm>
            <a:off x="1020417" y="2226365"/>
            <a:ext cx="2246244" cy="82826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 필요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EFA0AD6-C2A4-85A5-3D36-B9E42BEC03CC}"/>
              </a:ext>
            </a:extLst>
          </p:cNvPr>
          <p:cNvSpPr/>
          <p:nvPr/>
        </p:nvSpPr>
        <p:spPr>
          <a:xfrm>
            <a:off x="450574" y="3518453"/>
            <a:ext cx="1358348" cy="5698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바로 답변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32ADC574-34BE-564B-9540-C8533EF84165}"/>
              </a:ext>
            </a:extLst>
          </p:cNvPr>
          <p:cNvSpPr/>
          <p:nvPr/>
        </p:nvSpPr>
        <p:spPr>
          <a:xfrm>
            <a:off x="2312505" y="3518453"/>
            <a:ext cx="1358348" cy="5698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문서 검색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6FA7086-6E54-7B3E-019B-F342A7976538}"/>
              </a:ext>
            </a:extLst>
          </p:cNvPr>
          <p:cNvSpPr/>
          <p:nvPr/>
        </p:nvSpPr>
        <p:spPr>
          <a:xfrm>
            <a:off x="2312505" y="4499113"/>
            <a:ext cx="1358348" cy="5698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/>
              <a:t>답변 후보 생성</a:t>
            </a:r>
            <a:endParaRPr lang="ko-KR" altLang="en-US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637EDDC1-2205-C16D-601C-FA7D8C08CA2B}"/>
              </a:ext>
            </a:extLst>
          </p:cNvPr>
          <p:cNvSpPr/>
          <p:nvPr/>
        </p:nvSpPr>
        <p:spPr>
          <a:xfrm>
            <a:off x="2312505" y="5494942"/>
            <a:ext cx="1358348" cy="5698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가장 좋은 답변 선택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EF7E47B-8449-26E5-72F5-6ABF18F38691}"/>
              </a:ext>
            </a:extLst>
          </p:cNvPr>
          <p:cNvSpPr/>
          <p:nvPr/>
        </p:nvSpPr>
        <p:spPr>
          <a:xfrm>
            <a:off x="3783496" y="3518452"/>
            <a:ext cx="1106556" cy="56984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문서 관련성 평가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816AA5A-4AC0-A2D1-D664-61C43930C6D7}"/>
              </a:ext>
            </a:extLst>
          </p:cNvPr>
          <p:cNvSpPr/>
          <p:nvPr/>
        </p:nvSpPr>
        <p:spPr>
          <a:xfrm>
            <a:off x="3783496" y="4499113"/>
            <a:ext cx="1106556" cy="56984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답변 </a:t>
            </a:r>
            <a:r>
              <a:rPr lang="ko-KR" altLang="en-US" dirty="0" err="1"/>
              <a:t>근거성</a:t>
            </a:r>
            <a:r>
              <a:rPr lang="ko-KR" altLang="en-US" dirty="0"/>
              <a:t> 평가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71113EC-7D0A-F4D4-009B-9C8EDDFE2036}"/>
              </a:ext>
            </a:extLst>
          </p:cNvPr>
          <p:cNvCxnSpPr>
            <a:endCxn id="34" idx="0"/>
          </p:cNvCxnSpPr>
          <p:nvPr/>
        </p:nvCxnSpPr>
        <p:spPr>
          <a:xfrm>
            <a:off x="2143539" y="1954696"/>
            <a:ext cx="0" cy="271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7CC9B3A-EF9D-A400-667C-2525E7F3E6C3}"/>
              </a:ext>
            </a:extLst>
          </p:cNvPr>
          <p:cNvCxnSpPr>
            <a:cxnSpLocks/>
          </p:cNvCxnSpPr>
          <p:nvPr/>
        </p:nvCxnSpPr>
        <p:spPr>
          <a:xfrm flipH="1">
            <a:off x="1278835" y="3120887"/>
            <a:ext cx="864704" cy="308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BAF8055-7542-9D17-1DDE-2D793F095FA0}"/>
              </a:ext>
            </a:extLst>
          </p:cNvPr>
          <p:cNvCxnSpPr>
            <a:cxnSpLocks/>
          </p:cNvCxnSpPr>
          <p:nvPr/>
        </p:nvCxnSpPr>
        <p:spPr>
          <a:xfrm>
            <a:off x="2193235" y="3092467"/>
            <a:ext cx="868017" cy="336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743E2E7E-8D54-4A7F-F412-2965C17E4B1C}"/>
              </a:ext>
            </a:extLst>
          </p:cNvPr>
          <p:cNvCxnSpPr>
            <a:cxnSpLocks/>
          </p:cNvCxnSpPr>
          <p:nvPr/>
        </p:nvCxnSpPr>
        <p:spPr>
          <a:xfrm>
            <a:off x="3039717" y="4142960"/>
            <a:ext cx="0" cy="28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41C5BDB-FA6F-795D-B191-2B63581D064B}"/>
              </a:ext>
            </a:extLst>
          </p:cNvPr>
          <p:cNvCxnSpPr>
            <a:cxnSpLocks/>
          </p:cNvCxnSpPr>
          <p:nvPr/>
        </p:nvCxnSpPr>
        <p:spPr>
          <a:xfrm>
            <a:off x="2991679" y="5156751"/>
            <a:ext cx="0" cy="28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0FF46DB-4402-1F0D-F85D-4D16EFF3CE9E}"/>
              </a:ext>
            </a:extLst>
          </p:cNvPr>
          <p:cNvSpPr txBox="1"/>
          <p:nvPr/>
        </p:nvSpPr>
        <p:spPr>
          <a:xfrm>
            <a:off x="1192696" y="305462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5D4A0D-7EAF-29C0-515E-A7DD6F0E9FA1}"/>
              </a:ext>
            </a:extLst>
          </p:cNvPr>
          <p:cNvSpPr txBox="1"/>
          <p:nvPr/>
        </p:nvSpPr>
        <p:spPr>
          <a:xfrm>
            <a:off x="2609022" y="3018518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012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3D01A-80E9-EAE6-ED14-E5E39306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 RAG </a:t>
            </a:r>
            <a:r>
              <a:rPr lang="ko-KR" altLang="en-US" dirty="0"/>
              <a:t>학습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592518-B398-A867-3CBB-DAF1DE4661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4DDAB67-9A30-CA01-1CBF-E499476A519A}"/>
              </a:ext>
            </a:extLst>
          </p:cNvPr>
          <p:cNvSpPr/>
          <p:nvPr/>
        </p:nvSpPr>
        <p:spPr>
          <a:xfrm>
            <a:off x="1517227" y="1626240"/>
            <a:ext cx="2769704" cy="1278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2400"/>
              <a:t>Critic Model</a:t>
            </a:r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ADBE70C-868F-B699-69DD-7B35A0B8BFEC}"/>
              </a:ext>
            </a:extLst>
          </p:cNvPr>
          <p:cNvSpPr/>
          <p:nvPr/>
        </p:nvSpPr>
        <p:spPr>
          <a:xfrm>
            <a:off x="6387400" y="1626239"/>
            <a:ext cx="2769704" cy="1278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2400"/>
              <a:t>Generator Model</a:t>
            </a:r>
            <a:endParaRPr lang="ko-KR" alt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E26C4-B881-26CB-BF75-0930C1194750}"/>
              </a:ext>
            </a:extLst>
          </p:cNvPr>
          <p:cNvSpPr txBox="1"/>
          <p:nvPr/>
        </p:nvSpPr>
        <p:spPr>
          <a:xfrm>
            <a:off x="1745827" y="3018381"/>
            <a:ext cx="6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평가 토큰을 만들어주는 모델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B26EE-F6F6-74C1-4938-D3157D3538B7}"/>
              </a:ext>
            </a:extLst>
          </p:cNvPr>
          <p:cNvSpPr txBox="1"/>
          <p:nvPr/>
        </p:nvSpPr>
        <p:spPr>
          <a:xfrm>
            <a:off x="6536488" y="3018380"/>
            <a:ext cx="6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실제 답변을 생성하는 모델</a:t>
            </a:r>
            <a:endParaRPr lang="ko-KR" altLang="en-US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D8A753D-1D92-E983-E04B-E851C99CF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920474"/>
              </p:ext>
            </p:extLst>
          </p:nvPr>
        </p:nvGraphicFramePr>
        <p:xfrm>
          <a:off x="187961" y="3612011"/>
          <a:ext cx="4717774" cy="1524000"/>
        </p:xfrm>
        <a:graphic>
          <a:graphicData uri="http://schemas.openxmlformats.org/drawingml/2006/table">
            <a:tbl>
              <a:tblPr/>
              <a:tblGrid>
                <a:gridCol w="1085427">
                  <a:extLst>
                    <a:ext uri="{9D8B030D-6E8A-4147-A177-3AD203B41FA5}">
                      <a16:colId xmlns:a16="http://schemas.microsoft.com/office/drawing/2014/main" val="1556655431"/>
                    </a:ext>
                  </a:extLst>
                </a:gridCol>
                <a:gridCol w="3632347">
                  <a:extLst>
                    <a:ext uri="{9D8B030D-6E8A-4147-A177-3AD203B41FA5}">
                      <a16:colId xmlns:a16="http://schemas.microsoft.com/office/drawing/2014/main" val="11750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평가 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Critic이</a:t>
                      </a:r>
                      <a:r>
                        <a:rPr lang="ko-KR" dirty="0"/>
                        <a:t> 판단하는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186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Retrieve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이 질문은 검색이 필요한가?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99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ISREL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이 검색 문서가 질문과 관련 있는가?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474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ISSUP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답변이 문서에 의해 뒷받침되는가?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385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ISUSE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답변이 유용한가?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76242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803FC7A-A5A6-75D2-4721-6637F641D0F7}"/>
              </a:ext>
            </a:extLst>
          </p:cNvPr>
          <p:cNvSpPr txBox="1"/>
          <p:nvPr/>
        </p:nvSpPr>
        <p:spPr>
          <a:xfrm>
            <a:off x="4461713" y="4374011"/>
            <a:ext cx="632290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질문: 미국 주 이름은 어떻게 생겼나요?</a:t>
            </a:r>
          </a:p>
          <a:p>
            <a:endParaRPr lang="ko-KR" altLang="en-US" dirty="0"/>
          </a:p>
          <a:p>
            <a:r>
              <a:rPr lang="ko-KR" altLang="en-US" dirty="0"/>
              <a:t>문서: 미국 50개 주 중 11개는 사람 이름에서 유래했다.</a:t>
            </a:r>
          </a:p>
          <a:p>
            <a:r>
              <a:rPr lang="ko-KR" altLang="en-US" dirty="0" err="1"/>
              <a:t>Critic</a:t>
            </a:r>
            <a:r>
              <a:rPr lang="ko-KR" altLang="en-US" dirty="0"/>
              <a:t> 판단: </a:t>
            </a:r>
            <a:r>
              <a:rPr lang="ko-KR" altLang="en-US" dirty="0" err="1"/>
              <a:t>Relevant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답변: 11개 주 이름은 사람 이름에서 유래했다.</a:t>
            </a:r>
          </a:p>
          <a:p>
            <a:r>
              <a:rPr lang="ko-KR" altLang="en-US" dirty="0" err="1"/>
              <a:t>Critic</a:t>
            </a:r>
            <a:r>
              <a:rPr lang="ko-KR" altLang="en-US" dirty="0"/>
              <a:t> 판단: </a:t>
            </a:r>
            <a:r>
              <a:rPr lang="ko-KR" altLang="en-US" dirty="0" err="1"/>
              <a:t>Supported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답변 품질: 좋음</a:t>
            </a:r>
          </a:p>
          <a:p>
            <a:r>
              <a:rPr lang="ko-KR" altLang="en-US" dirty="0" err="1"/>
              <a:t>Critic</a:t>
            </a:r>
            <a:r>
              <a:rPr lang="ko-KR" altLang="en-US" dirty="0"/>
              <a:t> 판단: </a:t>
            </a:r>
            <a:r>
              <a:rPr lang="ko-KR" altLang="en-US" dirty="0" err="1"/>
              <a:t>Util</a:t>
            </a:r>
            <a:r>
              <a:rPr lang="ko-KR" altLang="en-US" dirty="0"/>
              <a:t> = 5</a:t>
            </a:r>
          </a:p>
        </p:txBody>
      </p:sp>
    </p:spTree>
    <p:extLst>
      <p:ext uri="{BB962C8B-B14F-4D97-AF65-F5344CB8AC3E}">
        <p14:creationId xmlns:p14="http://schemas.microsoft.com/office/powerpoint/2010/main" val="349777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750F-EA14-1D6A-4B4F-1EE0C779F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A8B1E-EECB-4F69-8E03-CB671AF71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 RAG </a:t>
            </a:r>
            <a:r>
              <a:rPr lang="ko-KR" altLang="en-US" dirty="0"/>
              <a:t>학습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C95FA0-7CAA-F914-4809-5A6263C42F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2D24515-B983-1702-E34B-308963E47EEB}"/>
              </a:ext>
            </a:extLst>
          </p:cNvPr>
          <p:cNvSpPr/>
          <p:nvPr/>
        </p:nvSpPr>
        <p:spPr>
          <a:xfrm>
            <a:off x="1517227" y="1626240"/>
            <a:ext cx="2769704" cy="1278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2400"/>
              <a:t>Critic Model</a:t>
            </a:r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7D30A75-13E6-E5C8-C353-3DFCAEF20996}"/>
              </a:ext>
            </a:extLst>
          </p:cNvPr>
          <p:cNvSpPr/>
          <p:nvPr/>
        </p:nvSpPr>
        <p:spPr>
          <a:xfrm>
            <a:off x="6387400" y="1626239"/>
            <a:ext cx="2769704" cy="1278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2400"/>
              <a:t>Generator Model</a:t>
            </a:r>
            <a:endParaRPr lang="ko-KR" alt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93248-2E38-7F43-3D36-FF9F18CEE7DF}"/>
              </a:ext>
            </a:extLst>
          </p:cNvPr>
          <p:cNvSpPr txBox="1"/>
          <p:nvPr/>
        </p:nvSpPr>
        <p:spPr>
          <a:xfrm>
            <a:off x="1745827" y="3018381"/>
            <a:ext cx="6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평가 토큰을 만들어주는 모델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05BC7-1498-1861-0F27-44618790D30C}"/>
              </a:ext>
            </a:extLst>
          </p:cNvPr>
          <p:cNvSpPr txBox="1"/>
          <p:nvPr/>
        </p:nvSpPr>
        <p:spPr>
          <a:xfrm>
            <a:off x="6536488" y="3018380"/>
            <a:ext cx="6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실제 답변을 생성하는 모델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632EFE-01BA-971E-5C35-D75E7CE7E1CE}"/>
              </a:ext>
            </a:extLst>
          </p:cNvPr>
          <p:cNvSpPr txBox="1"/>
          <p:nvPr/>
        </p:nvSpPr>
        <p:spPr>
          <a:xfrm>
            <a:off x="6225062" y="3896598"/>
            <a:ext cx="4191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근데 일반 </a:t>
            </a:r>
            <a:r>
              <a:rPr lang="ko-KR" altLang="ko-KR" dirty="0" err="1"/>
              <a:t>LLM처럼</a:t>
            </a:r>
            <a:r>
              <a:rPr lang="ko-KR" altLang="ko-KR" dirty="0"/>
              <a:t> 답변만 만드는 게 아니라,</a:t>
            </a:r>
            <a:br>
              <a:rPr lang="ko-KR" altLang="ko-KR" dirty="0"/>
            </a:br>
            <a:r>
              <a:rPr lang="ko-KR" altLang="ko-KR" dirty="0" err="1"/>
              <a:t>Reflection</a:t>
            </a:r>
            <a:r>
              <a:rPr lang="ko-KR" altLang="ko-KR" dirty="0"/>
              <a:t> </a:t>
            </a:r>
            <a:r>
              <a:rPr lang="ko-KR" altLang="ko-KR" dirty="0" err="1"/>
              <a:t>Token까지</a:t>
            </a:r>
            <a:r>
              <a:rPr lang="ko-KR" altLang="ko-KR" dirty="0"/>
              <a:t> 같이 생성하도록 학습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54574-67A2-7B70-2427-2605CBB3462F}"/>
              </a:ext>
            </a:extLst>
          </p:cNvPr>
          <p:cNvSpPr txBox="1"/>
          <p:nvPr/>
        </p:nvSpPr>
        <p:spPr>
          <a:xfrm>
            <a:off x="5781041" y="4739469"/>
            <a:ext cx="6322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검색할지 말지 + 문서가 관련 있는지 + 답변이 근거 </a:t>
            </a:r>
            <a:r>
              <a:rPr lang="ko-KR" altLang="ko-KR" b="1" dirty="0" err="1"/>
              <a:t>있는지까지</a:t>
            </a:r>
            <a:r>
              <a:rPr lang="ko-KR" altLang="ko-KR" b="1" dirty="0"/>
              <a:t> </a:t>
            </a:r>
            <a:endParaRPr lang="en-US" altLang="ko-KR" b="1" dirty="0"/>
          </a:p>
          <a:p>
            <a:r>
              <a:rPr lang="ko-KR" altLang="ko-KR" b="1" dirty="0"/>
              <a:t>토큰으로 같이 생성하도록 학습된 LLM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740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CF43C-8269-D00E-888C-57B06B21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2E7C87-2CCF-902C-B85F-5337E3780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BC9111-088D-7A71-6315-70BF59D587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2D97E7-1A3A-50DB-E2BA-BB4E7AB12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25" y="365961"/>
            <a:ext cx="9001828" cy="612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2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4D92E-B547-77B7-B831-1AD85E850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 RAG</a:t>
            </a:r>
            <a:r>
              <a:rPr lang="ko-KR" altLang="en-US" dirty="0"/>
              <a:t>가 필요한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60B0B-2178-E02E-ED74-2DF1825C24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08D56F-99D9-611A-93B5-0FB7982A6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839230"/>
              </p:ext>
            </p:extLst>
          </p:nvPr>
        </p:nvGraphicFramePr>
        <p:xfrm>
          <a:off x="1305339" y="2362200"/>
          <a:ext cx="10515821" cy="2133600"/>
        </p:xfrm>
        <a:graphic>
          <a:graphicData uri="http://schemas.openxmlformats.org/drawingml/2006/table">
            <a:tbl>
              <a:tblPr/>
              <a:tblGrid>
                <a:gridCol w="4641648">
                  <a:extLst>
                    <a:ext uri="{9D8B030D-6E8A-4147-A177-3AD203B41FA5}">
                      <a16:colId xmlns:a16="http://schemas.microsoft.com/office/drawing/2014/main" val="172653556"/>
                    </a:ext>
                  </a:extLst>
                </a:gridCol>
                <a:gridCol w="5874173">
                  <a:extLst>
                    <a:ext uri="{9D8B030D-6E8A-4147-A177-3AD203B41FA5}">
                      <a16:colId xmlns:a16="http://schemas.microsoft.com/office/drawing/2014/main" val="642348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상황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Self-RAG 필요성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248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의료, 법률, 입시, 졸업요건처럼 틀리면 위험한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높음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56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장문 답변에 출처를 정확히 붙여야 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높음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880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검색 문서끼리 충돌이 많음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높음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016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사용자가 “근거까지 </a:t>
                      </a:r>
                      <a:r>
                        <a:rPr lang="ko-KR" dirty="0" err="1"/>
                        <a:t>검증해줘”를</a:t>
                      </a:r>
                      <a:r>
                        <a:rPr lang="ko-KR" dirty="0"/>
                        <a:t> 자주 요구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높음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363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그냥 학과 소개, FAQ, 자료 요약 </a:t>
                      </a:r>
                      <a:r>
                        <a:rPr lang="ko-KR" dirty="0" err="1"/>
                        <a:t>챗봇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낮음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316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MVP / 프로토타입 단계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낮음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744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135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A4FA42-94F7-2664-4170-B36125D6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 RAG </a:t>
            </a:r>
            <a:r>
              <a:rPr lang="ko-KR" altLang="en-US" dirty="0"/>
              <a:t>사용해야 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B63413-120A-243D-AAA3-295A210B1A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DBE27E-FBC4-E191-9644-5BE389D8D441}"/>
              </a:ext>
            </a:extLst>
          </p:cNvPr>
          <p:cNvSpPr txBox="1"/>
          <p:nvPr/>
        </p:nvSpPr>
        <p:spPr>
          <a:xfrm>
            <a:off x="1991360" y="1714251"/>
            <a:ext cx="68918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Self</a:t>
            </a:r>
            <a:r>
              <a:rPr lang="ko-KR" altLang="ko-KR" dirty="0"/>
              <a:t>-RAG 논문은 분명 기존 </a:t>
            </a:r>
            <a:r>
              <a:rPr lang="ko-KR" altLang="ko-KR" dirty="0" err="1"/>
              <a:t>RAG보다</a:t>
            </a:r>
            <a:r>
              <a:rPr lang="ko-KR" altLang="ko-KR" dirty="0"/>
              <a:t> 좋은 성능을 보였지만, 그건 </a:t>
            </a:r>
            <a:r>
              <a:rPr lang="ko-KR" altLang="ko-KR" b="1" dirty="0" err="1"/>
              <a:t>Self</a:t>
            </a:r>
            <a:r>
              <a:rPr lang="ko-KR" altLang="ko-KR" b="1" dirty="0"/>
              <a:t>-RAG 방식으로 </a:t>
            </a:r>
            <a:r>
              <a:rPr lang="ko-KR" altLang="ko-KR" b="1" dirty="0" err="1"/>
              <a:t>Generator를</a:t>
            </a:r>
            <a:r>
              <a:rPr lang="ko-KR" altLang="ko-KR" b="1" dirty="0"/>
              <a:t> 학습시키고, </a:t>
            </a:r>
            <a:r>
              <a:rPr lang="ko-KR" altLang="ko-KR" b="1" dirty="0" err="1"/>
              <a:t>reflection</a:t>
            </a:r>
            <a:r>
              <a:rPr lang="ko-KR" altLang="ko-KR" b="1" dirty="0"/>
              <a:t> </a:t>
            </a:r>
            <a:r>
              <a:rPr lang="ko-KR" altLang="ko-KR" b="1" dirty="0" err="1"/>
              <a:t>token까지</a:t>
            </a:r>
            <a:r>
              <a:rPr lang="ko-KR" altLang="ko-KR" b="1" dirty="0"/>
              <a:t> 쓰는 구조</a:t>
            </a:r>
            <a:r>
              <a:rPr lang="ko-KR" altLang="ko-KR" dirty="0"/>
              <a:t>에서 나온 결과야. 그냥 일반 RAG 프로젝트에 “</a:t>
            </a:r>
            <a:r>
              <a:rPr lang="ko-KR" altLang="ko-KR" dirty="0" err="1"/>
              <a:t>Critic</a:t>
            </a:r>
            <a:r>
              <a:rPr lang="ko-KR" altLang="ko-KR" dirty="0"/>
              <a:t> LLM 하나 더 </a:t>
            </a:r>
            <a:r>
              <a:rPr lang="ko-KR" altLang="ko-KR" dirty="0" err="1"/>
              <a:t>붙이기”만</a:t>
            </a:r>
            <a:r>
              <a:rPr lang="ko-KR" altLang="ko-KR" dirty="0"/>
              <a:t> 한다고 논문 성능이 그대로 나오는 건 아니야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E74DF-F5A4-CA25-7709-F48EDC15CC67}"/>
              </a:ext>
            </a:extLst>
          </p:cNvPr>
          <p:cNvSpPr txBox="1"/>
          <p:nvPr/>
        </p:nvSpPr>
        <p:spPr>
          <a:xfrm>
            <a:off x="2780454" y="4223640"/>
            <a:ext cx="610277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1순위: 문서 품질 </a:t>
            </a:r>
            <a:endParaRPr lang="en-US" altLang="ko-KR" dirty="0"/>
          </a:p>
          <a:p>
            <a:r>
              <a:rPr lang="ko-KR" altLang="ko-KR" dirty="0"/>
              <a:t>2순위: </a:t>
            </a:r>
            <a:r>
              <a:rPr lang="ko-KR" altLang="ko-KR" dirty="0" err="1"/>
              <a:t>Chunking</a:t>
            </a:r>
            <a:r>
              <a:rPr lang="ko-KR" altLang="ko-KR" dirty="0"/>
              <a:t> 잘하기 </a:t>
            </a:r>
            <a:endParaRPr lang="en-US" altLang="ko-KR" dirty="0"/>
          </a:p>
          <a:p>
            <a:r>
              <a:rPr lang="ko-KR" altLang="ko-KR" dirty="0"/>
              <a:t>3순위: </a:t>
            </a:r>
            <a:r>
              <a:rPr lang="ko-KR" altLang="ko-KR" dirty="0" err="1"/>
              <a:t>metadata</a:t>
            </a:r>
            <a:r>
              <a:rPr lang="ko-KR" altLang="ko-KR" dirty="0"/>
              <a:t> 잘 넣기 </a:t>
            </a:r>
            <a:endParaRPr lang="en-US" altLang="ko-KR" dirty="0"/>
          </a:p>
          <a:p>
            <a:r>
              <a:rPr lang="ko-KR" altLang="ko-KR" dirty="0"/>
              <a:t>4순위: 검색 결과 </a:t>
            </a:r>
            <a:r>
              <a:rPr lang="ko-KR" altLang="ko-KR" dirty="0" err="1"/>
              <a:t>top</a:t>
            </a:r>
            <a:r>
              <a:rPr lang="ko-KR" altLang="ko-KR" dirty="0"/>
              <a:t>-k 튜닝 </a:t>
            </a:r>
            <a:endParaRPr lang="en-US" altLang="ko-KR" dirty="0"/>
          </a:p>
          <a:p>
            <a:r>
              <a:rPr lang="ko-KR" altLang="ko-KR" dirty="0"/>
              <a:t>5순위: </a:t>
            </a:r>
            <a:r>
              <a:rPr lang="ko-KR" altLang="ko-KR" dirty="0" err="1"/>
              <a:t>reranker</a:t>
            </a:r>
            <a:r>
              <a:rPr lang="ko-KR" altLang="ko-KR" dirty="0"/>
              <a:t> / </a:t>
            </a:r>
            <a:r>
              <a:rPr lang="ko-KR" altLang="ko-KR" dirty="0" err="1"/>
              <a:t>hybrid</a:t>
            </a:r>
            <a:r>
              <a:rPr lang="ko-KR" altLang="ko-KR" dirty="0"/>
              <a:t> </a:t>
            </a:r>
            <a:r>
              <a:rPr lang="ko-KR" altLang="ko-KR" dirty="0" err="1"/>
              <a:t>search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ko-KR" altLang="ko-KR" dirty="0"/>
              <a:t>6순위: 프롬프트에서 "문서 기반으로만 답변" 제한 </a:t>
            </a:r>
            <a:endParaRPr lang="en-US" altLang="ko-KR" dirty="0"/>
          </a:p>
          <a:p>
            <a:r>
              <a:rPr lang="ko-KR" altLang="ko-KR" dirty="0"/>
              <a:t>7순위: 출처 표시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B34168-AE3D-886A-4399-2B10BAC8FC7A}"/>
              </a:ext>
            </a:extLst>
          </p:cNvPr>
          <p:cNvSpPr txBox="1"/>
          <p:nvPr/>
        </p:nvSpPr>
        <p:spPr>
          <a:xfrm>
            <a:off x="2590801" y="3881269"/>
            <a:ext cx="2079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우리 프로젝트 우선순위</a:t>
            </a:r>
          </a:p>
        </p:txBody>
      </p:sp>
    </p:spTree>
    <p:extLst>
      <p:ext uri="{BB962C8B-B14F-4D97-AF65-F5344CB8AC3E}">
        <p14:creationId xmlns:p14="http://schemas.microsoft.com/office/powerpoint/2010/main" val="2871707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185A766-0B96-35C9-EEE3-CF66ED35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CC127CAA-85F3-5037-8C90-E8109949D19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ko-KR" altLang="ko-KR" sz="3200" dirty="0"/>
              <a:t>Data </a:t>
            </a:r>
            <a:r>
              <a:rPr lang="ko-KR" altLang="ko-KR" sz="3200" dirty="0" err="1"/>
              <a:t>Quality</a:t>
            </a:r>
            <a:r>
              <a:rPr lang="ko-KR" altLang="ko-KR" sz="3200" dirty="0"/>
              <a:t> </a:t>
            </a:r>
            <a:r>
              <a:rPr lang="ko-KR" altLang="ko-KR" sz="3200" dirty="0" err="1"/>
              <a:t>Challenges</a:t>
            </a:r>
            <a:r>
              <a:rPr lang="ko-KR" altLang="ko-KR" sz="3200" dirty="0"/>
              <a:t> </a:t>
            </a:r>
            <a:r>
              <a:rPr lang="ko-KR" altLang="ko-KR" sz="3200" dirty="0" err="1"/>
              <a:t>in</a:t>
            </a:r>
            <a:r>
              <a:rPr lang="ko-KR" altLang="ko-KR" sz="3200" dirty="0"/>
              <a:t> </a:t>
            </a:r>
            <a:r>
              <a:rPr lang="ko-KR" altLang="ko-KR" sz="3200" dirty="0" err="1"/>
              <a:t>Retrieval-Augmented</a:t>
            </a:r>
            <a:r>
              <a:rPr lang="ko-KR" altLang="ko-KR" sz="3200" dirty="0"/>
              <a:t> </a:t>
            </a:r>
            <a:r>
              <a:rPr lang="ko-KR" altLang="ko-KR" sz="3200" dirty="0" err="1"/>
              <a:t>Generation</a:t>
            </a:r>
            <a:endParaRPr sz="3200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0D524479-3C51-5812-D4FA-704E262549D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r>
              <a:rPr lang="ko-KR" altLang="ko-KR" dirty="0"/>
              <a:t>RAG 시스템을 실제 기업 환경에서 만들 때 </a:t>
            </a:r>
            <a:endParaRPr lang="en-US" altLang="ko-KR" dirty="0"/>
          </a:p>
          <a:p>
            <a:pPr marL="0" lvl="0" indent="0">
              <a:spcBef>
                <a:spcPts val="0"/>
              </a:spcBef>
              <a:buSzPts val="3600"/>
            </a:pPr>
            <a:r>
              <a:rPr lang="ko-KR" altLang="ko-KR" dirty="0"/>
              <a:t>데이터 품질 문제가 어디서 생기는지 정리한 논문</a:t>
            </a:r>
            <a:endParaRPr lang="en-US" altLang="ko-KR" dirty="0"/>
          </a:p>
          <a:p>
            <a:pPr marL="0" lvl="0" indent="0">
              <a:spcBef>
                <a:spcPts val="0"/>
              </a:spcBef>
              <a:buSzPts val="3600"/>
            </a:pPr>
            <a:r>
              <a:rPr lang="en-US" dirty="0"/>
              <a:t>2025</a:t>
            </a:r>
            <a:endParaRPr dirty="0"/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69B3CBA2-50FE-7AC4-D409-8A522CAB35F9}"/>
              </a:ext>
            </a:extLst>
          </p:cNvPr>
          <p:cNvSpPr txBox="1"/>
          <p:nvPr/>
        </p:nvSpPr>
        <p:spPr>
          <a:xfrm>
            <a:off x="6997149" y="294764"/>
            <a:ext cx="4893710" cy="829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발표자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엄태원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369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EAC22-2510-3349-57A1-82A58FD4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 논문은 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65EE1D-3A88-6290-FB9A-12CC125770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D1F7D-933C-CB01-5AB5-E68CB7EA1927}"/>
              </a:ext>
            </a:extLst>
          </p:cNvPr>
          <p:cNvSpPr txBox="1"/>
          <p:nvPr/>
        </p:nvSpPr>
        <p:spPr>
          <a:xfrm>
            <a:off x="2850574" y="1823150"/>
            <a:ext cx="6102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이 논문은 실험 모델을 만든 게 아니라,</a:t>
            </a:r>
            <a:br>
              <a:rPr lang="ko-KR" altLang="ko-KR" dirty="0"/>
            </a:br>
            <a:r>
              <a:rPr lang="ko-KR" altLang="ko-KR" dirty="0"/>
              <a:t>실제 RAG 시스템을 다뤄본 전문가들을 인터뷰해서 데이터 품질 문제를 정리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EB1D4-0B7B-3910-0DDD-9312E5D83E6E}"/>
              </a:ext>
            </a:extLst>
          </p:cNvPr>
          <p:cNvSpPr txBox="1"/>
          <p:nvPr/>
        </p:nvSpPr>
        <p:spPr>
          <a:xfrm>
            <a:off x="2850574" y="2887257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대형 IT 서비스 기업 실무자 16명</a:t>
            </a:r>
            <a:r>
              <a:rPr lang="ko-KR" altLang="ko-KR" dirty="0"/>
              <a:t>을 대상으로 반구조화 인터뷰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CCAD8-3C58-2206-6FBA-EFFCFC367157}"/>
              </a:ext>
            </a:extLst>
          </p:cNvPr>
          <p:cNvSpPr txBox="1"/>
          <p:nvPr/>
        </p:nvSpPr>
        <p:spPr>
          <a:xfrm>
            <a:off x="2850574" y="3527103"/>
            <a:ext cx="6102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수식/모델 중심 논문 </a:t>
            </a:r>
            <a:r>
              <a:rPr lang="ko-KR" altLang="ko-KR" dirty="0" err="1"/>
              <a:t>X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ko-KR" altLang="ko-KR" dirty="0"/>
              <a:t>실무 문제 정리 논문 </a:t>
            </a:r>
            <a:r>
              <a:rPr lang="ko-KR" altLang="ko-KR" dirty="0" err="1"/>
              <a:t>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902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FE21E-5A3F-95AB-0B9D-E480F20D7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</a:t>
            </a:r>
            <a:r>
              <a:rPr lang="ko-KR" altLang="en-US" dirty="0"/>
              <a:t>의 성능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2A7161-9101-F3CF-DF80-6C82F0D91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1949292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ko-KR" sz="3600" dirty="0"/>
              <a:t>RAG 성능은 </a:t>
            </a:r>
            <a:r>
              <a:rPr lang="ko-KR" altLang="ko-KR" sz="3600" dirty="0" err="1"/>
              <a:t>LLM보다</a:t>
            </a:r>
            <a:r>
              <a:rPr lang="ko-KR" altLang="ko-KR" sz="3600" dirty="0"/>
              <a:t> </a:t>
            </a:r>
            <a:endParaRPr lang="en-US" altLang="ko-KR" sz="3600" dirty="0"/>
          </a:p>
          <a:p>
            <a:r>
              <a:rPr lang="ko-KR" altLang="ko-KR" sz="3600" dirty="0"/>
              <a:t>데이터 품질, 문서 정리, </a:t>
            </a:r>
            <a:endParaRPr lang="en-US" altLang="ko-KR" sz="3600" dirty="0"/>
          </a:p>
          <a:p>
            <a:r>
              <a:rPr lang="ko-KR" altLang="ko-KR" sz="3600" dirty="0" err="1"/>
              <a:t>청킹</a:t>
            </a:r>
            <a:r>
              <a:rPr lang="ko-KR" altLang="ko-KR" sz="3600" dirty="0"/>
              <a:t>, 메타데이터, </a:t>
            </a:r>
            <a:endParaRPr lang="en-US" altLang="ko-KR" sz="3600" dirty="0"/>
          </a:p>
          <a:p>
            <a:r>
              <a:rPr lang="ko-KR" altLang="ko-KR" sz="3600" dirty="0"/>
              <a:t>검색 흐름 관리에 크게 좌우된다</a:t>
            </a:r>
            <a:endParaRPr lang="ko-KR" altLang="en-US" sz="3600" dirty="0"/>
          </a:p>
          <a:p>
            <a:endParaRPr lang="ko-KR" altLang="en-US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357A8-D6A8-2215-D2A7-D0C6227380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33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01FC5-30AB-FE65-E424-DFF39204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단계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C8B4BD-E3DB-2933-10E7-6F516C3C00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E6505C6-C97A-D4EE-3C36-A24EE78B30C1}"/>
              </a:ext>
            </a:extLst>
          </p:cNvPr>
          <p:cNvSpPr/>
          <p:nvPr/>
        </p:nvSpPr>
        <p:spPr>
          <a:xfrm>
            <a:off x="1032164" y="2632364"/>
            <a:ext cx="2057400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/>
              <a:t>Data </a:t>
            </a:r>
            <a:r>
              <a:rPr lang="ko-KR" altLang="ko-KR" dirty="0" err="1"/>
              <a:t>Extraction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CE3DF9D-7E32-44A8-4A21-58B40FCE0047}"/>
              </a:ext>
            </a:extLst>
          </p:cNvPr>
          <p:cNvSpPr/>
          <p:nvPr/>
        </p:nvSpPr>
        <p:spPr>
          <a:xfrm>
            <a:off x="9102436" y="2632361"/>
            <a:ext cx="2057400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/>
              <a:t>Generation</a:t>
            </a:r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0BDD45F-291F-CA34-A3F3-EB8AD06AEB9E}"/>
              </a:ext>
            </a:extLst>
          </p:cNvPr>
          <p:cNvSpPr/>
          <p:nvPr/>
        </p:nvSpPr>
        <p:spPr>
          <a:xfrm>
            <a:off x="6435438" y="2632361"/>
            <a:ext cx="2057400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/>
              <a:t>Prompt &amp; Search</a:t>
            </a:r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6B038C-DD03-43D2-C9DE-B474D7CE8529}"/>
              </a:ext>
            </a:extLst>
          </p:cNvPr>
          <p:cNvSpPr/>
          <p:nvPr/>
        </p:nvSpPr>
        <p:spPr>
          <a:xfrm>
            <a:off x="3699164" y="2632363"/>
            <a:ext cx="2057400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/>
              <a:t>Data </a:t>
            </a:r>
            <a:r>
              <a:rPr lang="ko-KR" altLang="ko-KR" dirty="0" err="1"/>
              <a:t>Transformation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36519C-4BCD-41F3-846C-7CB628CA1A09}"/>
              </a:ext>
            </a:extLst>
          </p:cNvPr>
          <p:cNvSpPr txBox="1"/>
          <p:nvPr/>
        </p:nvSpPr>
        <p:spPr>
          <a:xfrm>
            <a:off x="1278082" y="3957924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문서 수집 / 추출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3136ED-94E4-4DF7-9099-425C38E329FD}"/>
              </a:ext>
            </a:extLst>
          </p:cNvPr>
          <p:cNvSpPr txBox="1"/>
          <p:nvPr/>
        </p:nvSpPr>
        <p:spPr>
          <a:xfrm>
            <a:off x="3522519" y="3957923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청킹</a:t>
            </a:r>
            <a:r>
              <a:rPr lang="ko-KR" altLang="ko-KR" dirty="0"/>
              <a:t> / </a:t>
            </a:r>
            <a:r>
              <a:rPr lang="ko-KR" altLang="ko-KR" dirty="0" err="1"/>
              <a:t>임베딩</a:t>
            </a:r>
            <a:r>
              <a:rPr lang="ko-KR" altLang="ko-KR" dirty="0"/>
              <a:t> / </a:t>
            </a:r>
            <a:r>
              <a:rPr lang="ko-KR" altLang="ko-KR" dirty="0" err="1"/>
              <a:t>벡터DB</a:t>
            </a:r>
            <a:r>
              <a:rPr lang="ko-KR" altLang="ko-KR" dirty="0"/>
              <a:t> 저장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C0D015-9DD0-E9C7-31AF-B01263E815DE}"/>
              </a:ext>
            </a:extLst>
          </p:cNvPr>
          <p:cNvSpPr txBox="1"/>
          <p:nvPr/>
        </p:nvSpPr>
        <p:spPr>
          <a:xfrm>
            <a:off x="5933209" y="3957922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사용자 질문 해석 / 검색 / </a:t>
            </a:r>
            <a:r>
              <a:rPr lang="ko-KR" altLang="ko-KR" dirty="0" err="1"/>
              <a:t>context</a:t>
            </a:r>
            <a:r>
              <a:rPr lang="ko-KR" altLang="ko-KR" dirty="0"/>
              <a:t> 선택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C13ED9-ED13-EE54-5090-4B385A20D242}"/>
              </a:ext>
            </a:extLst>
          </p:cNvPr>
          <p:cNvSpPr txBox="1"/>
          <p:nvPr/>
        </p:nvSpPr>
        <p:spPr>
          <a:xfrm>
            <a:off x="9441873" y="3957922"/>
            <a:ext cx="17248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LLM 답변 생성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124F5E-9C5F-16AA-A1D6-0FB6FF141CB9}"/>
              </a:ext>
            </a:extLst>
          </p:cNvPr>
          <p:cNvSpPr txBox="1"/>
          <p:nvPr/>
        </p:nvSpPr>
        <p:spPr>
          <a:xfrm>
            <a:off x="2240975" y="4895525"/>
            <a:ext cx="78901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2400" i="1" dirty="0">
                <a:solidFill>
                  <a:schemeClr val="tx2">
                    <a:lumMod val="50000"/>
                  </a:schemeClr>
                </a:solidFill>
              </a:rPr>
              <a:t>“각 단계마다 데이터 품질 문제가 다르고, </a:t>
            </a:r>
            <a:endParaRPr lang="en-US" altLang="ko-KR" sz="2400" i="1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ko-KR" altLang="ko-KR" sz="2400" i="1" dirty="0">
                <a:solidFill>
                  <a:schemeClr val="tx2">
                    <a:lumMod val="50000"/>
                  </a:schemeClr>
                </a:solidFill>
              </a:rPr>
              <a:t>초반에 생긴 문제가 뒤에서 더 크게 터진다.”</a:t>
            </a:r>
            <a:endParaRPr lang="ko-KR" altLang="en-US" sz="2400" i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280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0BBD5-2779-9B40-782E-585693BD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ko-KR" dirty="0"/>
              <a:t>Data </a:t>
            </a:r>
            <a:r>
              <a:rPr lang="ko-KR" altLang="ko-KR" dirty="0" err="1"/>
              <a:t>Extraction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5FCD88-0CC5-6B7E-F62C-33573CBB21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D10A101-1532-8A43-4D8F-9EED4A5A1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878099"/>
              </p:ext>
            </p:extLst>
          </p:nvPr>
        </p:nvGraphicFramePr>
        <p:xfrm>
          <a:off x="828261" y="1743004"/>
          <a:ext cx="10525539" cy="1828800"/>
        </p:xfrm>
        <a:graphic>
          <a:graphicData uri="http://schemas.openxmlformats.org/drawingml/2006/table">
            <a:tbl>
              <a:tblPr/>
              <a:tblGrid>
                <a:gridCol w="2018848">
                  <a:extLst>
                    <a:ext uri="{9D8B030D-6E8A-4147-A177-3AD203B41FA5}">
                      <a16:colId xmlns:a16="http://schemas.microsoft.com/office/drawing/2014/main" val="51003127"/>
                    </a:ext>
                  </a:extLst>
                </a:gridCol>
                <a:gridCol w="8506691">
                  <a:extLst>
                    <a:ext uri="{9D8B030D-6E8A-4147-A177-3AD203B41FA5}">
                      <a16:colId xmlns:a16="http://schemas.microsoft.com/office/drawing/2014/main" val="1389553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품질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쉬운 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186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Intrinsic</a:t>
                      </a:r>
                      <a:r>
                        <a:rPr lang="ko-KR" dirty="0"/>
                        <a:t> DQ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문서 자체가 정확한가? 편향은 없는가?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641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Contextual DQ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이 문서가 현재 목적에 맞는가? 최신인가? 중복은 없는가?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578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Representational</a:t>
                      </a:r>
                      <a:r>
                        <a:rPr lang="ko-KR" dirty="0"/>
                        <a:t> DQ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문서 형식이 이해 가능하고 일관적인가?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508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Accessibility</a:t>
                      </a:r>
                      <a:r>
                        <a:rPr lang="ko-KR" dirty="0"/>
                        <a:t> DQ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문서에 접근 가능하고 시스템에 넣을 수 있는가?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678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Accountability</a:t>
                      </a:r>
                      <a:r>
                        <a:rPr lang="ko-KR" dirty="0"/>
                        <a:t> DQ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누가 이 문서의 책임자인가? 보안/권한 문제는 없는가?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8565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C3AFC0-828F-3B3B-8496-BC1588D53BF8}"/>
              </a:ext>
            </a:extLst>
          </p:cNvPr>
          <p:cNvSpPr txBox="1"/>
          <p:nvPr/>
        </p:nvSpPr>
        <p:spPr>
          <a:xfrm>
            <a:off x="1700647" y="4255308"/>
            <a:ext cx="6715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RAG 성능은 사용되는 데이터 품질에 근본적으로 의존한다고 보고, 기업 문서는 계속 </a:t>
            </a:r>
            <a:r>
              <a:rPr lang="ko-KR" altLang="ko-KR" dirty="0" err="1"/>
              <a:t>수정·확장되기</a:t>
            </a:r>
            <a:r>
              <a:rPr lang="ko-KR" altLang="ko-KR" dirty="0"/>
              <a:t> 때문에 고품질 지식베이스 관리가 어렵다고 설명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9E50B-B60B-2FA2-E324-C3832A02A549}"/>
              </a:ext>
            </a:extLst>
          </p:cNvPr>
          <p:cNvSpPr txBox="1"/>
          <p:nvPr/>
        </p:nvSpPr>
        <p:spPr>
          <a:xfrm>
            <a:off x="1760282" y="5144851"/>
            <a:ext cx="417714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>
                <a:solidFill>
                  <a:schemeClr val="tx2">
                    <a:lumMod val="50000"/>
                  </a:schemeClr>
                </a:solidFill>
              </a:rPr>
              <a:t>학과 소개 </a:t>
            </a:r>
            <a:r>
              <a:rPr lang="ko-KR" altLang="ko-KR" sz="1200" dirty="0" err="1">
                <a:solidFill>
                  <a:schemeClr val="tx2">
                    <a:lumMod val="50000"/>
                  </a:schemeClr>
                </a:solidFill>
              </a:rPr>
              <a:t>PDF가</a:t>
            </a:r>
            <a:r>
              <a:rPr lang="ko-KR" altLang="ko-KR" sz="1200" dirty="0">
                <a:solidFill>
                  <a:schemeClr val="tx2">
                    <a:lumMod val="50000"/>
                  </a:schemeClr>
                </a:solidFill>
              </a:rPr>
              <a:t> 최신인가?</a:t>
            </a:r>
            <a:endParaRPr lang="en-US" altLang="ko-KR" sz="12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ko-KR" altLang="ko-KR" sz="1200" dirty="0">
                <a:solidFill>
                  <a:schemeClr val="tx2">
                    <a:lumMod val="50000"/>
                  </a:schemeClr>
                </a:solidFill>
              </a:rPr>
              <a:t>교육과정표가 2025년 기준인가?</a:t>
            </a:r>
            <a:endParaRPr lang="en-US" altLang="ko-KR" sz="12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ko-KR" altLang="ko-KR" sz="1200" dirty="0">
                <a:solidFill>
                  <a:schemeClr val="tx2">
                    <a:lumMod val="50000"/>
                  </a:schemeClr>
                </a:solidFill>
              </a:rPr>
              <a:t>중복된 파일은 없는가?</a:t>
            </a:r>
            <a:endParaRPr lang="en-US" altLang="ko-KR" sz="12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ko-KR" altLang="ko-KR" sz="1200" dirty="0">
                <a:solidFill>
                  <a:schemeClr val="tx2">
                    <a:lumMod val="50000"/>
                  </a:schemeClr>
                </a:solidFill>
              </a:rPr>
              <a:t> 학과 홈페이지와 PDF 내용이 충돌하지 않는가? </a:t>
            </a:r>
            <a:endParaRPr lang="en-US" altLang="ko-KR" sz="12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ko-KR" altLang="ko-KR" sz="1200" dirty="0">
                <a:solidFill>
                  <a:schemeClr val="tx2">
                    <a:lumMod val="50000"/>
                  </a:schemeClr>
                </a:solidFill>
              </a:rPr>
              <a:t>출처가 공식 자료인가?</a:t>
            </a:r>
            <a:endParaRPr lang="ko-KR" alt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DB3C7-08A7-51FB-F7C4-8DDEE9A5C3D3}"/>
              </a:ext>
            </a:extLst>
          </p:cNvPr>
          <p:cNvSpPr txBox="1"/>
          <p:nvPr/>
        </p:nvSpPr>
        <p:spPr>
          <a:xfrm>
            <a:off x="938646" y="1189929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문서 수집 / 추출 단계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215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8A036-284B-5254-869A-6A61BC1B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ko-KR" dirty="0"/>
              <a:t>Data </a:t>
            </a:r>
            <a:r>
              <a:rPr lang="ko-KR" altLang="ko-KR" dirty="0" err="1"/>
              <a:t>Transformation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0C93C-7327-E36D-DD5F-3CF1483822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7E009-12EA-C346-9388-54A02BC77F97}"/>
              </a:ext>
            </a:extLst>
          </p:cNvPr>
          <p:cNvSpPr txBox="1"/>
          <p:nvPr/>
        </p:nvSpPr>
        <p:spPr>
          <a:xfrm>
            <a:off x="772391" y="1189929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청킹</a:t>
            </a:r>
            <a:r>
              <a:rPr lang="ko-KR" altLang="ko-KR" dirty="0"/>
              <a:t> / </a:t>
            </a:r>
            <a:r>
              <a:rPr lang="ko-KR" altLang="ko-KR" dirty="0" err="1"/>
              <a:t>임베딩</a:t>
            </a:r>
            <a:r>
              <a:rPr lang="ko-KR" altLang="ko-KR" dirty="0"/>
              <a:t> / </a:t>
            </a:r>
            <a:r>
              <a:rPr lang="ko-KR" altLang="ko-KR" dirty="0" err="1"/>
              <a:t>벡터DB</a:t>
            </a:r>
            <a:r>
              <a:rPr lang="ko-KR" altLang="ko-KR" dirty="0"/>
              <a:t> 저장 단계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7DD0941-8201-276F-10BB-DA592E699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763657"/>
              </p:ext>
            </p:extLst>
          </p:nvPr>
        </p:nvGraphicFramePr>
        <p:xfrm>
          <a:off x="748748" y="1957749"/>
          <a:ext cx="10459580" cy="1524000"/>
        </p:xfrm>
        <a:graphic>
          <a:graphicData uri="http://schemas.openxmlformats.org/drawingml/2006/table">
            <a:tbl>
              <a:tblPr/>
              <a:tblGrid>
                <a:gridCol w="2022162">
                  <a:extLst>
                    <a:ext uri="{9D8B030D-6E8A-4147-A177-3AD203B41FA5}">
                      <a16:colId xmlns:a16="http://schemas.microsoft.com/office/drawing/2014/main" val="3728628848"/>
                    </a:ext>
                  </a:extLst>
                </a:gridCol>
                <a:gridCol w="8437418">
                  <a:extLst>
                    <a:ext uri="{9D8B030D-6E8A-4147-A177-3AD203B41FA5}">
                      <a16:colId xmlns:a16="http://schemas.microsoft.com/office/drawing/2014/main" val="278905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737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Multimodality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텍스트, 표, 이미지가 섞이면 처리 어려움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14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Chunking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어디서 자를지 잘못 정하면 의미가 깨짐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76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Relationships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문서 간 관계, 제목-본문 관계, </a:t>
                      </a:r>
                      <a:r>
                        <a:rPr lang="ko-KR" dirty="0" err="1"/>
                        <a:t>상하위</a:t>
                      </a:r>
                      <a:r>
                        <a:rPr lang="ko-KR" dirty="0"/>
                        <a:t> 구조가 끊김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5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Information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Utility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chunk가</a:t>
                      </a:r>
                      <a:r>
                        <a:rPr lang="ko-KR" dirty="0"/>
                        <a:t> 실제 질문에 쓸모 있는 형태인가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0988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D87A553-8BEA-3613-A7CA-E74FF0F52961}"/>
              </a:ext>
            </a:extLst>
          </p:cNvPr>
          <p:cNvSpPr txBox="1"/>
          <p:nvPr/>
        </p:nvSpPr>
        <p:spPr>
          <a:xfrm>
            <a:off x="966355" y="3998698"/>
            <a:ext cx="4887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chunk가</a:t>
            </a:r>
            <a:r>
              <a:rPr lang="ko-KR" altLang="ko-KR" dirty="0"/>
              <a:t> 너무 크면 모델이 앞과 끝에 집중하고 중간 정보를 놓치는 “</a:t>
            </a:r>
            <a:r>
              <a:rPr lang="ko-KR" altLang="ko-KR" dirty="0" err="1"/>
              <a:t>lost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middle</a:t>
            </a:r>
            <a:r>
              <a:rPr lang="ko-KR" altLang="ko-KR" dirty="0"/>
              <a:t>” 문제가 생길 수 있다.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CDFBCB-1674-48E1-DD12-CD4B61BA8634}"/>
              </a:ext>
            </a:extLst>
          </p:cNvPr>
          <p:cNvSpPr txBox="1"/>
          <p:nvPr/>
        </p:nvSpPr>
        <p:spPr>
          <a:xfrm>
            <a:off x="1990989" y="5320316"/>
            <a:ext cx="6102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이것같은</a:t>
            </a:r>
            <a:r>
              <a:rPr lang="ko-KR" altLang="en-US" dirty="0"/>
              <a:t> 경우 </a:t>
            </a:r>
            <a:r>
              <a:rPr lang="ko-KR" altLang="en-US" dirty="0" err="1"/>
              <a:t>청킹</a:t>
            </a:r>
            <a:r>
              <a:rPr lang="ko-KR" altLang="en-US" dirty="0"/>
              <a:t> 전략은 작은 </a:t>
            </a:r>
            <a:r>
              <a:rPr lang="ko-KR" altLang="en-US" dirty="0" err="1"/>
              <a:t>청크부터</a:t>
            </a:r>
            <a:r>
              <a:rPr lang="ko-KR" altLang="en-US" dirty="0"/>
              <a:t> 큰 </a:t>
            </a:r>
            <a:r>
              <a:rPr lang="ko-KR" altLang="en-US" dirty="0" err="1"/>
              <a:t>청크</a:t>
            </a:r>
            <a:r>
              <a:rPr lang="en-US" altLang="ko-KR" dirty="0"/>
              <a:t>, </a:t>
            </a:r>
            <a:r>
              <a:rPr lang="ko-KR" altLang="en-US" dirty="0" err="1"/>
              <a:t>곂치는</a:t>
            </a:r>
            <a:r>
              <a:rPr lang="ko-KR" altLang="en-US" dirty="0"/>
              <a:t> </a:t>
            </a:r>
            <a:r>
              <a:rPr lang="ko-KR" altLang="en-US" dirty="0" err="1"/>
              <a:t>청키를</a:t>
            </a:r>
            <a:r>
              <a:rPr lang="ko-KR" altLang="en-US" dirty="0"/>
              <a:t> 여러 </a:t>
            </a:r>
            <a:r>
              <a:rPr lang="en-US" altLang="ko-KR" dirty="0"/>
              <a:t>case </a:t>
            </a:r>
            <a:r>
              <a:rPr lang="ko-KR" altLang="en-US" dirty="0"/>
              <a:t>나눠서 테스트 케이스 평가하여 성능이 </a:t>
            </a:r>
            <a:r>
              <a:rPr lang="ko-KR" altLang="en-US" dirty="0" err="1"/>
              <a:t>나은걸</a:t>
            </a:r>
            <a:r>
              <a:rPr lang="ko-KR" altLang="en-US" dirty="0"/>
              <a:t> </a:t>
            </a:r>
            <a:r>
              <a:rPr lang="ko-KR" altLang="en-US" dirty="0" err="1"/>
              <a:t>택하는게</a:t>
            </a:r>
            <a:r>
              <a:rPr lang="ko-KR" altLang="en-US" dirty="0"/>
              <a:t> 최선인듯</a:t>
            </a:r>
          </a:p>
        </p:txBody>
      </p:sp>
    </p:spTree>
    <p:extLst>
      <p:ext uri="{BB962C8B-B14F-4D97-AF65-F5344CB8AC3E}">
        <p14:creationId xmlns:p14="http://schemas.microsoft.com/office/powerpoint/2010/main" val="3038144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5683F-6172-92E0-04AA-FC447432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ko-KR" dirty="0" err="1"/>
              <a:t>Prompt</a:t>
            </a:r>
            <a:r>
              <a:rPr lang="ko-KR" altLang="ko-KR" dirty="0"/>
              <a:t> &amp; </a:t>
            </a:r>
            <a:r>
              <a:rPr lang="ko-KR" altLang="ko-KR" dirty="0" err="1"/>
              <a:t>Search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63AE7-B5C0-EC4C-4597-BEE5736F4B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38810-21B4-549F-93F0-4FF9F56530A1}"/>
              </a:ext>
            </a:extLst>
          </p:cNvPr>
          <p:cNvSpPr txBox="1"/>
          <p:nvPr/>
        </p:nvSpPr>
        <p:spPr>
          <a:xfrm>
            <a:off x="838200" y="1189929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질문 해석 / 검색 / </a:t>
            </a:r>
            <a:r>
              <a:rPr lang="ko-KR" altLang="ko-KR" dirty="0" err="1"/>
              <a:t>context</a:t>
            </a:r>
            <a:r>
              <a:rPr lang="ko-KR" altLang="ko-KR" dirty="0"/>
              <a:t> 선택 단계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04A1D98-4653-8EF9-4D75-228A6E40C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158691"/>
              </p:ext>
            </p:extLst>
          </p:nvPr>
        </p:nvGraphicFramePr>
        <p:xfrm>
          <a:off x="748748" y="2124003"/>
          <a:ext cx="10521925" cy="914400"/>
        </p:xfrm>
        <a:graphic>
          <a:graphicData uri="http://schemas.openxmlformats.org/drawingml/2006/table">
            <a:tbl>
              <a:tblPr/>
              <a:tblGrid>
                <a:gridCol w="1592670">
                  <a:extLst>
                    <a:ext uri="{9D8B030D-6E8A-4147-A177-3AD203B41FA5}">
                      <a16:colId xmlns:a16="http://schemas.microsoft.com/office/drawing/2014/main" val="1123770906"/>
                    </a:ext>
                  </a:extLst>
                </a:gridCol>
                <a:gridCol w="8929255">
                  <a:extLst>
                    <a:ext uri="{9D8B030D-6E8A-4147-A177-3AD203B41FA5}">
                      <a16:colId xmlns:a16="http://schemas.microsoft.com/office/drawing/2014/main" val="642939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품질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970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Interpretability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사용자의 진짜 의도를 이해하고 적절한 context를 고르는가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48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Provenance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검색된 정보의 출처, 추적성, </a:t>
                      </a:r>
                      <a:r>
                        <a:rPr lang="ko-KR" dirty="0" err="1"/>
                        <a:t>최신성</a:t>
                      </a:r>
                      <a:r>
                        <a:rPr lang="ko-KR" dirty="0"/>
                        <a:t>, 보안이 유지되는가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2251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BAEDA4-B98B-9899-73DE-D0E63D3C6500}"/>
              </a:ext>
            </a:extLst>
          </p:cNvPr>
          <p:cNvSpPr txBox="1"/>
          <p:nvPr/>
        </p:nvSpPr>
        <p:spPr>
          <a:xfrm>
            <a:off x="563111" y="3773225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/>
              <a:t>적절한 </a:t>
            </a:r>
            <a:r>
              <a:rPr lang="en-US" altLang="ko-KR" sz="1800" dirty="0"/>
              <a:t>context</a:t>
            </a:r>
            <a:r>
              <a:rPr lang="ko-KR" altLang="en-US" sz="1800" dirty="0"/>
              <a:t>를 어떻게 고름 </a:t>
            </a:r>
            <a:r>
              <a:rPr lang="en-US" altLang="ko-KR" sz="1800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BAFF7-3E08-D958-DABF-CFD3DF7A0758}"/>
              </a:ext>
            </a:extLst>
          </p:cNvPr>
          <p:cNvSpPr txBox="1"/>
          <p:nvPr/>
        </p:nvSpPr>
        <p:spPr>
          <a:xfrm>
            <a:off x="838200" y="4512325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top</a:t>
            </a:r>
            <a:r>
              <a:rPr lang="ko-KR" altLang="ko-KR" dirty="0"/>
              <a:t>-k 튜닝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15D4B-4D11-82A9-1C1E-D94F4D02AF49}"/>
              </a:ext>
            </a:extLst>
          </p:cNvPr>
          <p:cNvSpPr txBox="1"/>
          <p:nvPr/>
        </p:nvSpPr>
        <p:spPr>
          <a:xfrm>
            <a:off x="571500" y="4877380"/>
            <a:ext cx="61029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top</a:t>
            </a:r>
            <a:r>
              <a:rPr lang="ko-KR" altLang="en-US" dirty="0"/>
              <a:t>-k 너무 작음:</a:t>
            </a:r>
          </a:p>
          <a:p>
            <a:r>
              <a:rPr lang="ko-KR" altLang="en-US" dirty="0"/>
              <a:t>필요한 정보 누락</a:t>
            </a:r>
          </a:p>
          <a:p>
            <a:endParaRPr lang="ko-KR" altLang="en-US" dirty="0"/>
          </a:p>
          <a:p>
            <a:r>
              <a:rPr lang="ko-KR" altLang="en-US" dirty="0" err="1"/>
              <a:t>top</a:t>
            </a:r>
            <a:r>
              <a:rPr lang="ko-KR" altLang="en-US" dirty="0"/>
              <a:t>-k 너무 큼:</a:t>
            </a:r>
          </a:p>
          <a:p>
            <a:r>
              <a:rPr lang="ko-KR" altLang="en-US" dirty="0"/>
              <a:t>관련 없는 문서까지 들어가서 답변 흔들림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ADE0E-A9F1-615E-E601-A75E007C96EB}"/>
              </a:ext>
            </a:extLst>
          </p:cNvPr>
          <p:cNvSpPr txBox="1"/>
          <p:nvPr/>
        </p:nvSpPr>
        <p:spPr>
          <a:xfrm>
            <a:off x="5086576" y="3601591"/>
            <a:ext cx="6102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E</a:t>
            </a:r>
            <a:r>
              <a:rPr lang="ko-KR" altLang="ko-KR" sz="2000" dirty="0" err="1"/>
              <a:t>mbedding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drift</a:t>
            </a:r>
            <a:r>
              <a:rPr lang="en-US" altLang="ko-KR" sz="2000" dirty="0"/>
              <a:t> </a:t>
            </a:r>
            <a:r>
              <a:rPr lang="ko-KR" altLang="en-US" sz="2000" dirty="0"/>
              <a:t>문제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4761F3-9B4D-9438-468B-CA7A7792ACF9}"/>
              </a:ext>
            </a:extLst>
          </p:cNvPr>
          <p:cNvSpPr txBox="1"/>
          <p:nvPr/>
        </p:nvSpPr>
        <p:spPr>
          <a:xfrm>
            <a:off x="4596247" y="3986530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임베딩</a:t>
            </a:r>
            <a:r>
              <a:rPr lang="ko-KR" altLang="ko-KR" dirty="0"/>
              <a:t> 모델이나 버전이 바뀌면 기존 </a:t>
            </a:r>
            <a:r>
              <a:rPr lang="ko-KR" altLang="ko-KR" dirty="0" err="1"/>
              <a:t>벡터DB와</a:t>
            </a:r>
            <a:r>
              <a:rPr lang="ko-KR" altLang="ko-KR" dirty="0"/>
              <a:t> 의미 정렬이 깨질 수 있다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7FE18B-9282-F0F7-FADB-A42CADDA2B9F}"/>
              </a:ext>
            </a:extLst>
          </p:cNvPr>
          <p:cNvSpPr txBox="1"/>
          <p:nvPr/>
        </p:nvSpPr>
        <p:spPr>
          <a:xfrm>
            <a:off x="4831773" y="4540498"/>
            <a:ext cx="6102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처음엔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임베딩</a:t>
            </a:r>
            <a:r>
              <a:rPr lang="ko-KR" altLang="ko-KR" dirty="0"/>
              <a:t> 모델로 문서 저장 </a:t>
            </a:r>
            <a:endParaRPr lang="en-US" altLang="ko-KR" dirty="0"/>
          </a:p>
          <a:p>
            <a:r>
              <a:rPr lang="ko-KR" altLang="ko-KR" dirty="0"/>
              <a:t>나중엔 </a:t>
            </a:r>
            <a:r>
              <a:rPr lang="ko-KR" altLang="ko-KR" dirty="0" err="1"/>
              <a:t>B</a:t>
            </a:r>
            <a:r>
              <a:rPr lang="ko-KR" altLang="ko-KR" dirty="0"/>
              <a:t> </a:t>
            </a:r>
            <a:r>
              <a:rPr lang="ko-KR" altLang="ko-KR" dirty="0" err="1"/>
              <a:t>임베딩</a:t>
            </a:r>
            <a:r>
              <a:rPr lang="ko-KR" altLang="ko-KR" dirty="0"/>
              <a:t> 모델로 질문 검색 </a:t>
            </a:r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ko-KR" dirty="0"/>
              <a:t>벡터 의미가 안 맞아서 검색 품질 저하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3210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12EBD-7634-A812-339E-22A6DC98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Generator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651437-5BF7-59BD-45B4-5CCDCBA490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E3F56-7C7C-B589-974A-C7B89F9DC90A}"/>
              </a:ext>
            </a:extLst>
          </p:cNvPr>
          <p:cNvSpPr txBox="1"/>
          <p:nvPr/>
        </p:nvSpPr>
        <p:spPr>
          <a:xfrm>
            <a:off x="838200" y="1189929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LLM 답변 생성 단계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9B69527-B29C-DBBC-B71B-BDAC654E0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533752"/>
              </p:ext>
            </p:extLst>
          </p:nvPr>
        </p:nvGraphicFramePr>
        <p:xfrm>
          <a:off x="699655" y="1825625"/>
          <a:ext cx="10515600" cy="914400"/>
        </p:xfrm>
        <a:graphic>
          <a:graphicData uri="http://schemas.openxmlformats.org/drawingml/2006/table">
            <a:tbl>
              <a:tblPr/>
              <a:tblGrid>
                <a:gridCol w="2140527">
                  <a:extLst>
                    <a:ext uri="{9D8B030D-6E8A-4147-A177-3AD203B41FA5}">
                      <a16:colId xmlns:a16="http://schemas.microsoft.com/office/drawing/2014/main" val="3811689815"/>
                    </a:ext>
                  </a:extLst>
                </a:gridCol>
                <a:gridCol w="8375073">
                  <a:extLst>
                    <a:ext uri="{9D8B030D-6E8A-4147-A177-3AD203B41FA5}">
                      <a16:colId xmlns:a16="http://schemas.microsoft.com/office/drawing/2014/main" val="2986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품질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435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Conversational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Style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답변 형식, 길이, 자연스러움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39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Credibility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답변의 정확성, 완전성, 신뢰성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60976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17D0BD4-879E-6127-8C55-C23AD50681BD}"/>
              </a:ext>
            </a:extLst>
          </p:cNvPr>
          <p:cNvSpPr txBox="1"/>
          <p:nvPr/>
        </p:nvSpPr>
        <p:spPr>
          <a:xfrm>
            <a:off x="945573" y="3856366"/>
            <a:ext cx="7193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좋은 답변: "2025 컴퓨터공학과 교육과정표에 따르면 2학년 1학기 과목은 ...입니다." </a:t>
            </a:r>
            <a:endParaRPr lang="en-US" altLang="ko-KR" dirty="0"/>
          </a:p>
          <a:p>
            <a:r>
              <a:rPr lang="ko-KR" altLang="ko-KR" dirty="0"/>
              <a:t>나쁜 답변: "보통 컴퓨터공학과는 인공지능, 빅데이터, 클라우드를 배웁니다."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3355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F41C3-EAC9-7041-9063-40140C59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DQ </a:t>
            </a:r>
            <a:r>
              <a:rPr lang="ko-KR" altLang="en-US" dirty="0"/>
              <a:t>체크리스트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0414FF-7F4F-6ACD-AEFD-A00608C3B7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9D573-3D50-837E-B8D2-E26AF940DC89}"/>
              </a:ext>
            </a:extLst>
          </p:cNvPr>
          <p:cNvSpPr txBox="1"/>
          <p:nvPr/>
        </p:nvSpPr>
        <p:spPr>
          <a:xfrm>
            <a:off x="441426" y="2680181"/>
            <a:ext cx="610262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공식 문서인가?</a:t>
            </a:r>
          </a:p>
          <a:p>
            <a:r>
              <a:rPr lang="ko-KR" altLang="en-US" dirty="0"/>
              <a:t>최신 문서인가?</a:t>
            </a:r>
          </a:p>
          <a:p>
            <a:r>
              <a:rPr lang="ko-KR" altLang="en-US" dirty="0"/>
              <a:t>중복 문서가 있는가?</a:t>
            </a:r>
          </a:p>
          <a:p>
            <a:r>
              <a:rPr lang="ko-KR" altLang="en-US" dirty="0"/>
              <a:t>PDF 텍스트 추출이 잘 되는가?</a:t>
            </a:r>
          </a:p>
          <a:p>
            <a:r>
              <a:rPr lang="ko-KR" altLang="en-US" dirty="0"/>
              <a:t>표가 깨지지 않았는가?</a:t>
            </a:r>
          </a:p>
          <a:p>
            <a:r>
              <a:rPr lang="ko-KR" altLang="en-US" dirty="0" err="1"/>
              <a:t>학과명</a:t>
            </a:r>
            <a:r>
              <a:rPr lang="ko-KR" altLang="en-US" dirty="0"/>
              <a:t>, 연도, 페이지 정보가 있는가?</a:t>
            </a:r>
          </a:p>
          <a:p>
            <a:r>
              <a:rPr lang="ko-KR" altLang="en-US" dirty="0"/>
              <a:t>오래된 문서가 </a:t>
            </a:r>
            <a:r>
              <a:rPr lang="ko-KR" altLang="en-US" dirty="0" err="1"/>
              <a:t>벡터DB에</a:t>
            </a:r>
            <a:r>
              <a:rPr lang="ko-KR" altLang="en-US" dirty="0"/>
              <a:t> 남아 있지 않은가?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045A48-5883-250D-0159-1463138700B1}"/>
              </a:ext>
            </a:extLst>
          </p:cNvPr>
          <p:cNvSpPr txBox="1"/>
          <p:nvPr/>
        </p:nvSpPr>
        <p:spPr>
          <a:xfrm>
            <a:off x="4601817" y="2680181"/>
            <a:ext cx="61026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학과 소개는 문단 단위</a:t>
            </a:r>
          </a:p>
          <a:p>
            <a:r>
              <a:rPr lang="ko-KR" altLang="en-US" dirty="0"/>
              <a:t>교육과정표는 학년/학기/</a:t>
            </a:r>
            <a:r>
              <a:rPr lang="ko-KR" altLang="en-US" dirty="0" err="1"/>
              <a:t>과목군</a:t>
            </a:r>
            <a:r>
              <a:rPr lang="ko-KR" altLang="en-US" dirty="0"/>
              <a:t> 단위</a:t>
            </a:r>
          </a:p>
          <a:p>
            <a:r>
              <a:rPr lang="ko-KR" altLang="en-US" dirty="0"/>
              <a:t>졸업요건은 조건/항목 단위</a:t>
            </a:r>
          </a:p>
          <a:p>
            <a:r>
              <a:rPr lang="ko-KR" altLang="en-US" dirty="0" err="1"/>
              <a:t>FAQ는</a:t>
            </a:r>
            <a:r>
              <a:rPr lang="ko-KR" altLang="en-US" dirty="0"/>
              <a:t> 질문-답변 한 쌍 단위</a:t>
            </a:r>
          </a:p>
          <a:p>
            <a:r>
              <a:rPr lang="ko-KR" altLang="en-US" dirty="0"/>
              <a:t>표는 행 단위 또는 의미 블록 단위</a:t>
            </a:r>
          </a:p>
          <a:p>
            <a:r>
              <a:rPr lang="ko-KR" altLang="en-US" dirty="0"/>
              <a:t>제목과 본문이 분리되지 않게 유지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E22C67-E97B-1F23-4157-45F519300394}"/>
              </a:ext>
            </a:extLst>
          </p:cNvPr>
          <p:cNvSpPr txBox="1"/>
          <p:nvPr/>
        </p:nvSpPr>
        <p:spPr>
          <a:xfrm>
            <a:off x="8014252" y="2403885"/>
            <a:ext cx="610262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{</a:t>
            </a:r>
          </a:p>
          <a:p>
            <a:r>
              <a:rPr lang="ko-KR" altLang="en-US" dirty="0"/>
              <a:t>  "</a:t>
            </a:r>
            <a:r>
              <a:rPr lang="ko-KR" altLang="en-US" dirty="0" err="1"/>
              <a:t>department</a:t>
            </a:r>
            <a:r>
              <a:rPr lang="ko-KR" altLang="en-US" dirty="0"/>
              <a:t>": "컴퓨터공학과",</a:t>
            </a:r>
          </a:p>
          <a:p>
            <a:r>
              <a:rPr lang="ko-KR" altLang="en-US" dirty="0"/>
              <a:t>  "</a:t>
            </a:r>
            <a:r>
              <a:rPr lang="ko-KR" altLang="en-US" dirty="0" err="1"/>
              <a:t>year</a:t>
            </a:r>
            <a:r>
              <a:rPr lang="ko-KR" altLang="en-US" dirty="0"/>
              <a:t>": "2025",</a:t>
            </a:r>
          </a:p>
          <a:p>
            <a:r>
              <a:rPr lang="ko-KR" altLang="en-US" dirty="0"/>
              <a:t>  "</a:t>
            </a:r>
            <a:r>
              <a:rPr lang="ko-KR" altLang="en-US" dirty="0" err="1"/>
              <a:t>source_type</a:t>
            </a:r>
            <a:r>
              <a:rPr lang="ko-KR" altLang="en-US" dirty="0"/>
              <a:t>": "교육과정",</a:t>
            </a:r>
          </a:p>
          <a:p>
            <a:r>
              <a:rPr lang="ko-KR" altLang="en-US" dirty="0"/>
              <a:t>  "</a:t>
            </a:r>
            <a:r>
              <a:rPr lang="ko-KR" altLang="en-US" dirty="0" err="1"/>
              <a:t>grade</a:t>
            </a:r>
            <a:r>
              <a:rPr lang="ko-KR" altLang="en-US" dirty="0"/>
              <a:t>": "2학년",</a:t>
            </a:r>
          </a:p>
          <a:p>
            <a:r>
              <a:rPr lang="ko-KR" altLang="en-US" dirty="0"/>
              <a:t>  "</a:t>
            </a:r>
            <a:r>
              <a:rPr lang="ko-KR" altLang="en-US" dirty="0" err="1"/>
              <a:t>semester</a:t>
            </a:r>
            <a:r>
              <a:rPr lang="ko-KR" altLang="en-US" dirty="0"/>
              <a:t>": "1학기",</a:t>
            </a:r>
          </a:p>
          <a:p>
            <a:r>
              <a:rPr lang="ko-KR" altLang="en-US" dirty="0"/>
              <a:t>  "</a:t>
            </a:r>
            <a:r>
              <a:rPr lang="ko-KR" altLang="en-US" dirty="0" err="1"/>
              <a:t>page</a:t>
            </a:r>
            <a:r>
              <a:rPr lang="ko-KR" altLang="en-US" dirty="0"/>
              <a:t>": 12,</a:t>
            </a:r>
          </a:p>
          <a:p>
            <a:r>
              <a:rPr lang="ko-KR" altLang="en-US" dirty="0"/>
              <a:t>  "</a:t>
            </a:r>
            <a:r>
              <a:rPr lang="ko-KR" altLang="en-US" dirty="0" err="1"/>
              <a:t>source</a:t>
            </a:r>
            <a:r>
              <a:rPr lang="ko-KR" altLang="en-US" dirty="0"/>
              <a:t>": "2025_컴퓨터공학과_교육과정.pdf",</a:t>
            </a:r>
          </a:p>
          <a:p>
            <a:r>
              <a:rPr lang="ko-KR" altLang="en-US" dirty="0"/>
              <a:t>  "</a:t>
            </a:r>
            <a:r>
              <a:rPr lang="ko-KR" altLang="en-US" dirty="0" err="1"/>
              <a:t>version</a:t>
            </a:r>
            <a:r>
              <a:rPr lang="ko-KR" altLang="en-US" dirty="0"/>
              <a:t>": "2025-03",</a:t>
            </a:r>
          </a:p>
          <a:p>
            <a:r>
              <a:rPr lang="ko-KR" altLang="en-US" dirty="0"/>
              <a:t>  "</a:t>
            </a:r>
            <a:r>
              <a:rPr lang="ko-KR" altLang="en-US" dirty="0" err="1"/>
              <a:t>updated_at</a:t>
            </a:r>
            <a:r>
              <a:rPr lang="ko-KR" altLang="en-US" dirty="0"/>
              <a:t>": "2025-03-01"</a:t>
            </a:r>
          </a:p>
          <a:p>
            <a:r>
              <a:rPr lang="ko-KR" altLang="en-US" dirty="0"/>
              <a:t>}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9796603-9C94-5BDA-59EC-A18C8BCEC846}"/>
              </a:ext>
            </a:extLst>
          </p:cNvPr>
          <p:cNvSpPr/>
          <p:nvPr/>
        </p:nvSpPr>
        <p:spPr>
          <a:xfrm>
            <a:off x="907576" y="1712794"/>
            <a:ext cx="1705970" cy="716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/>
              <a:t>문서 품질 체크리스트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7951FE9-3814-1D7E-7512-15C5D5FB1B75}"/>
              </a:ext>
            </a:extLst>
          </p:cNvPr>
          <p:cNvSpPr/>
          <p:nvPr/>
        </p:nvSpPr>
        <p:spPr>
          <a:xfrm>
            <a:off x="4963236" y="1712794"/>
            <a:ext cx="1705970" cy="716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청킹</a:t>
            </a:r>
            <a:r>
              <a:rPr lang="ko-KR" altLang="ko-KR" dirty="0"/>
              <a:t> 체크리스트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2519D7C-4E7E-0731-BDD4-000117C57DBE}"/>
              </a:ext>
            </a:extLst>
          </p:cNvPr>
          <p:cNvSpPr/>
          <p:nvPr/>
        </p:nvSpPr>
        <p:spPr>
          <a:xfrm>
            <a:off x="8548047" y="1687378"/>
            <a:ext cx="1705970" cy="716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Metadata</a:t>
            </a:r>
            <a:r>
              <a:rPr lang="ko-KR" altLang="ko-KR" dirty="0"/>
              <a:t> 체크리스트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1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CA59A-5FD0-DE9E-3454-9D9D21E0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DD87D1-DC34-4D36-6D5B-D2746B512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018" y="1253331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ko-KR" dirty="0"/>
              <a:t>1. RAG 데이터 품질 관리는 앞단계가 제일 중요하다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ko-KR" dirty="0"/>
              <a:t>2. 기존 데이터 품질 프레임워크만으로는 </a:t>
            </a:r>
            <a:r>
              <a:rPr lang="ko-KR" altLang="ko-KR" dirty="0" err="1"/>
              <a:t>RAG를</a:t>
            </a:r>
            <a:r>
              <a:rPr lang="ko-KR" altLang="ko-KR" dirty="0"/>
              <a:t> 설명하기 부족하다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ko-KR" dirty="0"/>
              <a:t>3. </a:t>
            </a:r>
            <a:r>
              <a:rPr lang="ko-KR" altLang="ko-KR" dirty="0" err="1"/>
              <a:t>Accountability</a:t>
            </a:r>
            <a:r>
              <a:rPr lang="ko-KR" altLang="ko-KR" dirty="0"/>
              <a:t>, 즉 책임성과 거버넌스가 중요하다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45F82-928F-C34E-3BE0-6D385A0244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8D555-2B15-EC02-7EDD-5D3515DF92F8}"/>
              </a:ext>
            </a:extLst>
          </p:cNvPr>
          <p:cNvSpPr txBox="1"/>
          <p:nvPr/>
        </p:nvSpPr>
        <p:spPr>
          <a:xfrm>
            <a:off x="910936" y="2002611"/>
            <a:ext cx="6102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문서 넣기 전에 잘 걸러라. </a:t>
            </a:r>
            <a:endParaRPr lang="en-US" altLang="ko-KR" dirty="0"/>
          </a:p>
          <a:p>
            <a:r>
              <a:rPr lang="ko-KR" altLang="ko-KR" dirty="0"/>
              <a:t>나중에 LLM 프롬프트로 고치려고 하지 마라.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2E410-0996-8B83-441B-E4AC4552AA76}"/>
              </a:ext>
            </a:extLst>
          </p:cNvPr>
          <p:cNvSpPr txBox="1"/>
          <p:nvPr/>
        </p:nvSpPr>
        <p:spPr>
          <a:xfrm>
            <a:off x="2649681" y="3642256"/>
            <a:ext cx="63072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기존 데이터 품질은 보통 정적인 </a:t>
            </a:r>
            <a:r>
              <a:rPr lang="ko-KR" altLang="ko-KR" dirty="0" err="1"/>
              <a:t>DB나</a:t>
            </a:r>
            <a:r>
              <a:rPr lang="ko-KR" altLang="ko-KR" dirty="0"/>
              <a:t> 표 데이터를 기준으로 만들어.</a:t>
            </a:r>
            <a:br>
              <a:rPr lang="ko-KR" altLang="ko-KR" dirty="0"/>
            </a:br>
            <a:r>
              <a:rPr lang="ko-KR" altLang="ko-KR" dirty="0"/>
              <a:t>그런데 </a:t>
            </a:r>
            <a:r>
              <a:rPr lang="ko-KR" altLang="ko-KR" dirty="0" err="1"/>
              <a:t>RAG는</a:t>
            </a:r>
            <a:r>
              <a:rPr lang="ko-KR" altLang="ko-KR" dirty="0"/>
              <a:t> 문서가 </a:t>
            </a:r>
            <a:r>
              <a:rPr lang="ko-KR" altLang="ko-KR" dirty="0" err="1"/>
              <a:t>청킹되고</a:t>
            </a:r>
            <a:r>
              <a:rPr lang="ko-KR" altLang="ko-KR" dirty="0"/>
              <a:t>, </a:t>
            </a:r>
            <a:r>
              <a:rPr lang="ko-KR" altLang="ko-KR" dirty="0" err="1"/>
              <a:t>벡터화되고</a:t>
            </a:r>
            <a:r>
              <a:rPr lang="ko-KR" altLang="ko-KR" dirty="0"/>
              <a:t>, 검색되고, LLM 답변으로 </a:t>
            </a:r>
            <a:r>
              <a:rPr lang="ko-KR" altLang="en-US" dirty="0"/>
              <a:t>변환됨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B3492-80E5-93A5-9F94-031803255BF6}"/>
              </a:ext>
            </a:extLst>
          </p:cNvPr>
          <p:cNvSpPr txBox="1"/>
          <p:nvPr/>
        </p:nvSpPr>
        <p:spPr>
          <a:xfrm>
            <a:off x="1437409" y="4339506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RAG에는</a:t>
            </a:r>
            <a:r>
              <a:rPr lang="ko-KR" altLang="ko-KR" dirty="0"/>
              <a:t> </a:t>
            </a:r>
            <a:r>
              <a:rPr lang="ko-KR" altLang="ko-KR" b="1" dirty="0"/>
              <a:t>단계별 품질 관리</a:t>
            </a:r>
            <a:r>
              <a:rPr lang="ko-KR" altLang="ko-KR" dirty="0"/>
              <a:t>가 필요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87DA00-9B8C-41F6-FA9E-09A43443DFAD}"/>
              </a:ext>
            </a:extLst>
          </p:cNvPr>
          <p:cNvSpPr txBox="1"/>
          <p:nvPr/>
        </p:nvSpPr>
        <p:spPr>
          <a:xfrm>
            <a:off x="1153392" y="5604669"/>
            <a:ext cx="6102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문서가 벡터로 바뀌어 저장되기 때문에,</a:t>
            </a:r>
            <a:br>
              <a:rPr lang="ko-KR" altLang="ko-KR" dirty="0"/>
            </a:br>
            <a:r>
              <a:rPr lang="ko-KR" altLang="ko-KR" dirty="0"/>
              <a:t>나중에 어떤 원본 문서가 답변에 영향을 줬는지 추적하기 어려워질 수 있</a:t>
            </a:r>
            <a:r>
              <a:rPr lang="ko-KR" altLang="en-US" dirty="0"/>
              <a:t>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2C8B6-1471-9014-572E-283366216265}"/>
              </a:ext>
            </a:extLst>
          </p:cNvPr>
          <p:cNvSpPr txBox="1"/>
          <p:nvPr/>
        </p:nvSpPr>
        <p:spPr>
          <a:xfrm>
            <a:off x="7436427" y="5714030"/>
            <a:ext cx="6102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2024 교육과정 PDF 삭제 </a:t>
            </a:r>
            <a:endParaRPr lang="en-US" altLang="ko-KR" dirty="0"/>
          </a:p>
          <a:p>
            <a:r>
              <a:rPr lang="ko-KR" altLang="ko-KR" dirty="0"/>
              <a:t>근데 </a:t>
            </a:r>
            <a:r>
              <a:rPr lang="ko-KR" altLang="ko-KR" dirty="0" err="1"/>
              <a:t>벡터DB에는</a:t>
            </a:r>
            <a:r>
              <a:rPr lang="ko-KR" altLang="ko-KR" dirty="0"/>
              <a:t> 2024 </a:t>
            </a:r>
            <a:r>
              <a:rPr lang="ko-KR" altLang="ko-KR" dirty="0" err="1"/>
              <a:t>chunk가</a:t>
            </a:r>
            <a:r>
              <a:rPr lang="ko-KR" altLang="ko-KR" dirty="0"/>
              <a:t> 남아 있음 </a:t>
            </a:r>
            <a:endParaRPr lang="en-US" altLang="ko-KR" dirty="0"/>
          </a:p>
          <a:p>
            <a:r>
              <a:rPr lang="ko-KR" altLang="ko-KR" dirty="0" err="1"/>
              <a:t>RAG가</a:t>
            </a:r>
            <a:r>
              <a:rPr lang="ko-KR" altLang="ko-KR" dirty="0"/>
              <a:t> 2024 기준으로 답변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149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3279A-FFD6-7921-9F30-21790431D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END. </a:t>
            </a:r>
            <a:r>
              <a:rPr lang="ko-KR" altLang="en-US" dirty="0"/>
              <a:t>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1688F6-7C85-BE02-716E-166436714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30DFDD-30CE-E8FA-2585-C369DC851C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0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1502</Words>
  <Application>Microsoft Office PowerPoint</Application>
  <PresentationFormat>와이드스크린</PresentationFormat>
  <Paragraphs>316</Paragraphs>
  <Slides>21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굴림</vt:lpstr>
      <vt:lpstr>Malgun Gothic</vt:lpstr>
      <vt:lpstr>Arial</vt:lpstr>
      <vt:lpstr>Calibri</vt:lpstr>
      <vt:lpstr>Wingdings</vt:lpstr>
      <vt:lpstr>Office 테마</vt:lpstr>
      <vt:lpstr>Self-RAG: Learning to Retrieve, Generate, and Critique through Self-Reflection</vt:lpstr>
      <vt:lpstr>  기존 RAG의 한계</vt:lpstr>
      <vt:lpstr>  Self RAG 특징</vt:lpstr>
      <vt:lpstr>Self RAG - Reflection Token</vt:lpstr>
      <vt:lpstr>Self Rag 작동 순서</vt:lpstr>
      <vt:lpstr>Self RAG 학습 방법</vt:lpstr>
      <vt:lpstr>Self RAG 학습 방법</vt:lpstr>
      <vt:lpstr>PowerPoint 프레젠테이션</vt:lpstr>
      <vt:lpstr>Self RAG가 필요한 경우</vt:lpstr>
      <vt:lpstr>Self RAG 사용해야 할까?</vt:lpstr>
      <vt:lpstr>Data Quality Challenges in Retrieval-Augmented Generation</vt:lpstr>
      <vt:lpstr>이 논문은 ?</vt:lpstr>
      <vt:lpstr>RAG의 성능</vt:lpstr>
      <vt:lpstr>RAG의 4단계</vt:lpstr>
      <vt:lpstr>1. Data Extraction</vt:lpstr>
      <vt:lpstr>2. Data Transformation</vt:lpstr>
      <vt:lpstr>3. Prompt &amp; Search</vt:lpstr>
      <vt:lpstr>4. Generator</vt:lpstr>
      <vt:lpstr>DQ 체크리스트</vt:lpstr>
      <vt:lpstr>결론</vt:lpstr>
      <vt:lpstr>END. 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TaeWon Eom</dc:creator>
  <cp:lastModifiedBy>Eom TaeWon</cp:lastModifiedBy>
  <cp:revision>2</cp:revision>
  <dcterms:created xsi:type="dcterms:W3CDTF">2022-09-13T08:19:23Z</dcterms:created>
  <dcterms:modified xsi:type="dcterms:W3CDTF">2026-07-18T05:42:38Z</dcterms:modified>
</cp:coreProperties>
</file>